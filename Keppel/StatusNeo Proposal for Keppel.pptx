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sldIdLst>
    <p:sldId id="256" r:id="rId2"/>
    <p:sldId id="264" r:id="rId3"/>
    <p:sldId id="260" r:id="rId4"/>
    <p:sldId id="262" r:id="rId5"/>
    <p:sldId id="263" r:id="rId6"/>
  </p:sldIdLst>
  <p:sldSz cx="18288000" cy="10287000"/>
  <p:notesSz cx="6858000" cy="9144000"/>
  <p:embeddedFontLst>
    <p:embeddedFont>
      <p:font typeface="Bebas Neue Bold" panose="020B0604020202020204" charset="0"/>
      <p:regular r:id="rId8"/>
    </p:embeddedFont>
    <p:embeddedFont>
      <p:font typeface="Montserrat" panose="00000500000000000000" pitchFamily="2" charset="0"/>
      <p:regular r:id="rId9"/>
      <p:bold r:id="rId10"/>
      <p:italic r:id="rId11"/>
      <p:boldItalic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176CC4-8F35-4EF8-96EB-5AB175EB2242}" v="2" dt="2026-07-05T13:25:39.831"/>
    <p1510:client id="{7E29A7FF-FC71-495D-A1D6-7D2D490B12A5}" v="2" dt="2026-07-06T08:30:13.953"/>
    <p1510:client id="{EC5353A1-4D5F-4C19-A7AE-BB2D60EF58BD}" v="25" dt="2026-07-05T12:17:14.9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54" autoAdjust="0"/>
    <p:restoredTop sz="94622" autoAdjust="0"/>
  </p:normalViewPr>
  <p:slideViewPr>
    <p:cSldViewPr>
      <p:cViewPr varScale="1">
        <p:scale>
          <a:sx n="47" d="100"/>
          <a:sy n="47" d="100"/>
        </p:scale>
        <p:origin x="24"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olozi Metreveli" userId="1d293ee8-8ff8-439c-a8c2-2699fa5b9b12" providerId="ADAL" clId="{C418B9A5-B6DA-4D45-8E20-EA9C4B8E54E1}"/>
    <pc:docChg chg="undo custSel addSld delSld modSld">
      <pc:chgData name="Nikolozi Metreveli" userId="1d293ee8-8ff8-439c-a8c2-2699fa5b9b12" providerId="ADAL" clId="{C418B9A5-B6DA-4D45-8E20-EA9C4B8E54E1}" dt="2026-07-06T09:16:06.891" v="322" actId="1076"/>
      <pc:docMkLst>
        <pc:docMk/>
      </pc:docMkLst>
      <pc:sldChg chg="modSp add del mod">
        <pc:chgData name="Nikolozi Metreveli" userId="1d293ee8-8ff8-439c-a8c2-2699fa5b9b12" providerId="ADAL" clId="{C418B9A5-B6DA-4D45-8E20-EA9C4B8E54E1}" dt="2026-07-06T08:29:59.531" v="237" actId="47"/>
        <pc:sldMkLst>
          <pc:docMk/>
          <pc:sldMk cId="0" sldId="256"/>
        </pc:sldMkLst>
        <pc:spChg chg="mod">
          <ac:chgData name="Nikolozi Metreveli" userId="1d293ee8-8ff8-439c-a8c2-2699fa5b9b12" providerId="ADAL" clId="{C418B9A5-B6DA-4D45-8E20-EA9C4B8E54E1}" dt="2026-07-05T13:02:42.954" v="38" actId="1076"/>
          <ac:spMkLst>
            <pc:docMk/>
            <pc:sldMk cId="0" sldId="256"/>
            <ac:spMk id="2" creationId="{00000000-0000-0000-0000-000000000000}"/>
          </ac:spMkLst>
        </pc:spChg>
      </pc:sldChg>
      <pc:sldChg chg="modSp del mod">
        <pc:chgData name="Nikolozi Metreveli" userId="1d293ee8-8ff8-439c-a8c2-2699fa5b9b12" providerId="ADAL" clId="{C418B9A5-B6DA-4D45-8E20-EA9C4B8E54E1}" dt="2026-07-05T13:26:04.890" v="110"/>
        <pc:sldMkLst>
          <pc:docMk/>
          <pc:sldMk cId="0" sldId="257"/>
        </pc:sldMkLst>
        <pc:spChg chg="mod">
          <ac:chgData name="Nikolozi Metreveli" userId="1d293ee8-8ff8-439c-a8c2-2699fa5b9b12" providerId="ADAL" clId="{C418B9A5-B6DA-4D45-8E20-EA9C4B8E54E1}" dt="2026-07-05T12:54:48.932" v="20" actId="20577"/>
          <ac:spMkLst>
            <pc:docMk/>
            <pc:sldMk cId="0" sldId="257"/>
            <ac:spMk id="5" creationId="{00000000-0000-0000-0000-000000000000}"/>
          </ac:spMkLst>
        </pc:spChg>
      </pc:sldChg>
      <pc:sldChg chg="del">
        <pc:chgData name="Nikolozi Metreveli" userId="1d293ee8-8ff8-439c-a8c2-2699fa5b9b12" providerId="ADAL" clId="{C418B9A5-B6DA-4D45-8E20-EA9C4B8E54E1}" dt="2026-07-05T13:07:30.667" v="48"/>
        <pc:sldMkLst>
          <pc:docMk/>
          <pc:sldMk cId="3286027792" sldId="258"/>
        </pc:sldMkLst>
      </pc:sldChg>
      <pc:sldChg chg="del">
        <pc:chgData name="Nikolozi Metreveli" userId="1d293ee8-8ff8-439c-a8c2-2699fa5b9b12" providerId="ADAL" clId="{C418B9A5-B6DA-4D45-8E20-EA9C4B8E54E1}" dt="2026-07-05T13:30:32.396" v="117"/>
        <pc:sldMkLst>
          <pc:docMk/>
          <pc:sldMk cId="1300108114" sldId="259"/>
        </pc:sldMkLst>
      </pc:sldChg>
      <pc:sldChg chg="del">
        <pc:chgData name="Nikolozi Metreveli" userId="1d293ee8-8ff8-439c-a8c2-2699fa5b9b12" providerId="ADAL" clId="{C418B9A5-B6DA-4D45-8E20-EA9C4B8E54E1}" dt="2026-07-06T08:29:57.981" v="232" actId="47"/>
        <pc:sldMkLst>
          <pc:docMk/>
          <pc:sldMk cId="3015553437" sldId="260"/>
        </pc:sldMkLst>
      </pc:sldChg>
      <pc:sldChg chg="modSp add mod setBg">
        <pc:chgData name="Nikolozi Metreveli" userId="1d293ee8-8ff8-439c-a8c2-2699fa5b9b12" providerId="ADAL" clId="{C418B9A5-B6DA-4D45-8E20-EA9C4B8E54E1}" dt="2026-07-06T09:07:04.420" v="321" actId="20577"/>
        <pc:sldMkLst>
          <pc:docMk/>
          <pc:sldMk cId="3733133638" sldId="260"/>
        </pc:sldMkLst>
        <pc:spChg chg="mod">
          <ac:chgData name="Nikolozi Metreveli" userId="1d293ee8-8ff8-439c-a8c2-2699fa5b9b12" providerId="ADAL" clId="{C418B9A5-B6DA-4D45-8E20-EA9C4B8E54E1}" dt="2026-07-06T08:34:09.403" v="286" actId="27636"/>
          <ac:spMkLst>
            <pc:docMk/>
            <pc:sldMk cId="3733133638" sldId="260"/>
            <ac:spMk id="2" creationId="{00000000-0000-0000-0000-000000000000}"/>
          </ac:spMkLst>
        </pc:spChg>
        <pc:spChg chg="mod">
          <ac:chgData name="Nikolozi Metreveli" userId="1d293ee8-8ff8-439c-a8c2-2699fa5b9b12" providerId="ADAL" clId="{C418B9A5-B6DA-4D45-8E20-EA9C4B8E54E1}" dt="2026-07-06T09:05:52.484" v="288" actId="20577"/>
          <ac:spMkLst>
            <pc:docMk/>
            <pc:sldMk cId="3733133638" sldId="260"/>
            <ac:spMk id="10" creationId="{00000000-0000-0000-0000-000000000000}"/>
          </ac:spMkLst>
        </pc:spChg>
        <pc:spChg chg="mod">
          <ac:chgData name="Nikolozi Metreveli" userId="1d293ee8-8ff8-439c-a8c2-2699fa5b9b12" providerId="ADAL" clId="{C418B9A5-B6DA-4D45-8E20-EA9C4B8E54E1}" dt="2026-07-06T09:06:26.715" v="305" actId="20577"/>
          <ac:spMkLst>
            <pc:docMk/>
            <pc:sldMk cId="3733133638" sldId="260"/>
            <ac:spMk id="11" creationId="{00000000-0000-0000-0000-000000000000}"/>
          </ac:spMkLst>
        </pc:spChg>
        <pc:spChg chg="mod">
          <ac:chgData name="Nikolozi Metreveli" userId="1d293ee8-8ff8-439c-a8c2-2699fa5b9b12" providerId="ADAL" clId="{C418B9A5-B6DA-4D45-8E20-EA9C4B8E54E1}" dt="2026-07-06T08:30:53.106" v="241" actId="20577"/>
          <ac:spMkLst>
            <pc:docMk/>
            <pc:sldMk cId="3733133638" sldId="260"/>
            <ac:spMk id="14" creationId="{00000000-0000-0000-0000-000000000000}"/>
          </ac:spMkLst>
        </pc:spChg>
        <pc:spChg chg="mod">
          <ac:chgData name="Nikolozi Metreveli" userId="1d293ee8-8ff8-439c-a8c2-2699fa5b9b12" providerId="ADAL" clId="{C418B9A5-B6DA-4D45-8E20-EA9C4B8E54E1}" dt="2026-07-06T09:05:56.783" v="290" actId="20577"/>
          <ac:spMkLst>
            <pc:docMk/>
            <pc:sldMk cId="3733133638" sldId="260"/>
            <ac:spMk id="21" creationId="{00000000-0000-0000-0000-000000000000}"/>
          </ac:spMkLst>
        </pc:spChg>
        <pc:spChg chg="mod">
          <ac:chgData name="Nikolozi Metreveli" userId="1d293ee8-8ff8-439c-a8c2-2699fa5b9b12" providerId="ADAL" clId="{C418B9A5-B6DA-4D45-8E20-EA9C4B8E54E1}" dt="2026-07-06T09:06:43.288" v="318" actId="20577"/>
          <ac:spMkLst>
            <pc:docMk/>
            <pc:sldMk cId="3733133638" sldId="260"/>
            <ac:spMk id="22" creationId="{00000000-0000-0000-0000-000000000000}"/>
          </ac:spMkLst>
        </pc:spChg>
        <pc:spChg chg="mod">
          <ac:chgData name="Nikolozi Metreveli" userId="1d293ee8-8ff8-439c-a8c2-2699fa5b9b12" providerId="ADAL" clId="{C418B9A5-B6DA-4D45-8E20-EA9C4B8E54E1}" dt="2026-07-06T09:07:01.063" v="320" actId="20577"/>
          <ac:spMkLst>
            <pc:docMk/>
            <pc:sldMk cId="3733133638" sldId="260"/>
            <ac:spMk id="30" creationId="{00000000-0000-0000-0000-000000000000}"/>
          </ac:spMkLst>
        </pc:spChg>
        <pc:spChg chg="mod">
          <ac:chgData name="Nikolozi Metreveli" userId="1d293ee8-8ff8-439c-a8c2-2699fa5b9b12" providerId="ADAL" clId="{C418B9A5-B6DA-4D45-8E20-EA9C4B8E54E1}" dt="2026-07-06T09:05:58.226" v="292" actId="20577"/>
          <ac:spMkLst>
            <pc:docMk/>
            <pc:sldMk cId="3733133638" sldId="260"/>
            <ac:spMk id="32" creationId="{00000000-0000-0000-0000-000000000000}"/>
          </ac:spMkLst>
        </pc:spChg>
        <pc:spChg chg="mod">
          <ac:chgData name="Nikolozi Metreveli" userId="1d293ee8-8ff8-439c-a8c2-2699fa5b9b12" providerId="ADAL" clId="{C418B9A5-B6DA-4D45-8E20-EA9C4B8E54E1}" dt="2026-07-06T09:06:59.942" v="319" actId="20577"/>
          <ac:spMkLst>
            <pc:docMk/>
            <pc:sldMk cId="3733133638" sldId="260"/>
            <ac:spMk id="33" creationId="{00000000-0000-0000-0000-000000000000}"/>
          </ac:spMkLst>
        </pc:spChg>
        <pc:spChg chg="mod">
          <ac:chgData name="Nikolozi Metreveli" userId="1d293ee8-8ff8-439c-a8c2-2699fa5b9b12" providerId="ADAL" clId="{C418B9A5-B6DA-4D45-8E20-EA9C4B8E54E1}" dt="2026-07-06T09:07:04.420" v="321" actId="20577"/>
          <ac:spMkLst>
            <pc:docMk/>
            <pc:sldMk cId="3733133638" sldId="260"/>
            <ac:spMk id="40" creationId="{00000000-0000-0000-0000-000000000000}"/>
          </ac:spMkLst>
        </pc:spChg>
      </pc:sldChg>
      <pc:sldChg chg="del">
        <pc:chgData name="Nikolozi Metreveli" userId="1d293ee8-8ff8-439c-a8c2-2699fa5b9b12" providerId="ADAL" clId="{C418B9A5-B6DA-4D45-8E20-EA9C4B8E54E1}" dt="2026-07-06T08:29:58.589" v="235" actId="47"/>
        <pc:sldMkLst>
          <pc:docMk/>
          <pc:sldMk cId="0" sldId="262"/>
        </pc:sldMkLst>
      </pc:sldChg>
      <pc:sldChg chg="modSp add mod setBg">
        <pc:chgData name="Nikolozi Metreveli" userId="1d293ee8-8ff8-439c-a8c2-2699fa5b9b12" providerId="ADAL" clId="{C418B9A5-B6DA-4D45-8E20-EA9C4B8E54E1}" dt="2026-07-06T08:31:48.335" v="284" actId="20577"/>
        <pc:sldMkLst>
          <pc:docMk/>
          <pc:sldMk cId="3859665368" sldId="262"/>
        </pc:sldMkLst>
        <pc:spChg chg="mod">
          <ac:chgData name="Nikolozi Metreveli" userId="1d293ee8-8ff8-439c-a8c2-2699fa5b9b12" providerId="ADAL" clId="{C418B9A5-B6DA-4D45-8E20-EA9C4B8E54E1}" dt="2026-07-06T08:31:48.335" v="284" actId="20577"/>
          <ac:spMkLst>
            <pc:docMk/>
            <pc:sldMk cId="3859665368" sldId="262"/>
            <ac:spMk id="6" creationId="{00000000-0000-0000-0000-000000000000}"/>
          </ac:spMkLst>
        </pc:spChg>
      </pc:sldChg>
      <pc:sldChg chg="del">
        <pc:chgData name="Nikolozi Metreveli" userId="1d293ee8-8ff8-439c-a8c2-2699fa5b9b12" providerId="ADAL" clId="{C418B9A5-B6DA-4D45-8E20-EA9C4B8E54E1}" dt="2026-07-05T13:16:10.499" v="74"/>
        <pc:sldMkLst>
          <pc:docMk/>
          <pc:sldMk cId="0" sldId="263"/>
        </pc:sldMkLst>
      </pc:sldChg>
      <pc:sldChg chg="modSp add mod setBg">
        <pc:chgData name="Nikolozi Metreveli" userId="1d293ee8-8ff8-439c-a8c2-2699fa5b9b12" providerId="ADAL" clId="{C418B9A5-B6DA-4D45-8E20-EA9C4B8E54E1}" dt="2026-07-06T08:31:25.256" v="261" actId="20577"/>
        <pc:sldMkLst>
          <pc:docMk/>
          <pc:sldMk cId="1274627430" sldId="263"/>
        </pc:sldMkLst>
        <pc:spChg chg="mod">
          <ac:chgData name="Nikolozi Metreveli" userId="1d293ee8-8ff8-439c-a8c2-2699fa5b9b12" providerId="ADAL" clId="{C418B9A5-B6DA-4D45-8E20-EA9C4B8E54E1}" dt="2026-07-06T08:31:25.256" v="261" actId="20577"/>
          <ac:spMkLst>
            <pc:docMk/>
            <pc:sldMk cId="1274627430" sldId="263"/>
            <ac:spMk id="10" creationId="{00000000-0000-0000-0000-000000000000}"/>
          </ac:spMkLst>
        </pc:spChg>
      </pc:sldChg>
      <pc:sldChg chg="modSp add mod setBg">
        <pc:chgData name="Nikolozi Metreveli" userId="1d293ee8-8ff8-439c-a8c2-2699fa5b9b12" providerId="ADAL" clId="{C418B9A5-B6DA-4D45-8E20-EA9C4B8E54E1}" dt="2026-07-06T09:16:06.891" v="322" actId="1076"/>
        <pc:sldMkLst>
          <pc:docMk/>
          <pc:sldMk cId="616836211" sldId="264"/>
        </pc:sldMkLst>
        <pc:spChg chg="mod">
          <ac:chgData name="Nikolozi Metreveli" userId="1d293ee8-8ff8-439c-a8c2-2699fa5b9b12" providerId="ADAL" clId="{C418B9A5-B6DA-4D45-8E20-EA9C4B8E54E1}" dt="2026-07-06T09:16:06.891" v="322" actId="1076"/>
          <ac:spMkLst>
            <pc:docMk/>
            <pc:sldMk cId="616836211" sldId="264"/>
            <ac:spMk id="47" creationId="{00000000-0000-0000-0000-000000000000}"/>
          </ac:spMkLst>
        </pc:spChg>
      </pc:sldChg>
      <pc:sldChg chg="modSp del mod">
        <pc:chgData name="Nikolozi Metreveli" userId="1d293ee8-8ff8-439c-a8c2-2699fa5b9b12" providerId="ADAL" clId="{C418B9A5-B6DA-4D45-8E20-EA9C4B8E54E1}" dt="2026-07-05T13:19:46.198" v="99"/>
        <pc:sldMkLst>
          <pc:docMk/>
          <pc:sldMk cId="0" sldId="266"/>
        </pc:sldMkLst>
        <pc:spChg chg="mod">
          <ac:chgData name="Nikolozi Metreveli" userId="1d293ee8-8ff8-439c-a8c2-2699fa5b9b12" providerId="ADAL" clId="{C418B9A5-B6DA-4D45-8E20-EA9C4B8E54E1}" dt="2026-07-05T13:19:36.785" v="95"/>
          <ac:spMkLst>
            <pc:docMk/>
            <pc:sldMk cId="0" sldId="266"/>
            <ac:spMk id="37" creationId="{00000000-0000-0000-0000-000000000000}"/>
          </ac:spMkLst>
        </pc:spChg>
        <pc:spChg chg="mod">
          <ac:chgData name="Nikolozi Metreveli" userId="1d293ee8-8ff8-439c-a8c2-2699fa5b9b12" providerId="ADAL" clId="{C418B9A5-B6DA-4D45-8E20-EA9C4B8E54E1}" dt="2026-07-05T13:19:36.785" v="97"/>
          <ac:spMkLst>
            <pc:docMk/>
            <pc:sldMk cId="0" sldId="266"/>
            <ac:spMk id="38" creationId="{00000000-0000-0000-0000-000000000000}"/>
          </ac:spMkLst>
        </pc:spChg>
      </pc:sldChg>
      <pc:sldChg chg="modSp del mod">
        <pc:chgData name="Nikolozi Metreveli" userId="1d293ee8-8ff8-439c-a8c2-2699fa5b9b12" providerId="ADAL" clId="{C418B9A5-B6DA-4D45-8E20-EA9C4B8E54E1}" dt="2026-07-05T13:02:50.267" v="40"/>
        <pc:sldMkLst>
          <pc:docMk/>
          <pc:sldMk cId="0" sldId="267"/>
        </pc:sldMkLst>
        <pc:spChg chg="mod">
          <ac:chgData name="Nikolozi Metreveli" userId="1d293ee8-8ff8-439c-a8c2-2699fa5b9b12" providerId="ADAL" clId="{C418B9A5-B6DA-4D45-8E20-EA9C4B8E54E1}" dt="2026-07-05T13:02:40.682" v="29"/>
          <ac:spMkLst>
            <pc:docMk/>
            <pc:sldMk cId="0" sldId="267"/>
            <ac:spMk id="12" creationId="{00000000-0000-0000-0000-000000000000}"/>
          </ac:spMkLst>
        </pc:spChg>
        <pc:spChg chg="mod">
          <ac:chgData name="Nikolozi Metreveli" userId="1d293ee8-8ff8-439c-a8c2-2699fa5b9b12" providerId="ADAL" clId="{C418B9A5-B6DA-4D45-8E20-EA9C4B8E54E1}" dt="2026-07-05T13:02:40.682" v="33"/>
          <ac:spMkLst>
            <pc:docMk/>
            <pc:sldMk cId="0" sldId="267"/>
            <ac:spMk id="14" creationId="{00000000-0000-0000-0000-000000000000}"/>
          </ac:spMkLst>
        </pc:spChg>
        <pc:spChg chg="mod">
          <ac:chgData name="Nikolozi Metreveli" userId="1d293ee8-8ff8-439c-a8c2-2699fa5b9b12" providerId="ADAL" clId="{C418B9A5-B6DA-4D45-8E20-EA9C4B8E54E1}" dt="2026-07-05T13:02:40.686" v="37"/>
          <ac:spMkLst>
            <pc:docMk/>
            <pc:sldMk cId="0" sldId="267"/>
            <ac:spMk id="16" creationId="{00000000-0000-0000-0000-000000000000}"/>
          </ac:spMkLst>
        </pc:spChg>
      </pc:sldChg>
      <pc:sldChg chg="modSp del mod">
        <pc:chgData name="Nikolozi Metreveli" userId="1d293ee8-8ff8-439c-a8c2-2699fa5b9b12" providerId="ADAL" clId="{C418B9A5-B6DA-4D45-8E20-EA9C4B8E54E1}" dt="2026-07-05T13:06:06.291" v="46"/>
        <pc:sldMkLst>
          <pc:docMk/>
          <pc:sldMk cId="0" sldId="268"/>
        </pc:sldMkLst>
        <pc:spChg chg="mod">
          <ac:chgData name="Nikolozi Metreveli" userId="1d293ee8-8ff8-439c-a8c2-2699fa5b9b12" providerId="ADAL" clId="{C418B9A5-B6DA-4D45-8E20-EA9C4B8E54E1}" dt="2026-07-05T13:06:02.767" v="44"/>
          <ac:spMkLst>
            <pc:docMk/>
            <pc:sldMk cId="0" sldId="268"/>
            <ac:spMk id="34" creationId="{00000000-0000-0000-0000-000000000000}"/>
          </ac:spMkLst>
        </pc:spChg>
      </pc:sldChg>
      <pc:sldChg chg="del">
        <pc:chgData name="Nikolozi Metreveli" userId="1d293ee8-8ff8-439c-a8c2-2699fa5b9b12" providerId="ADAL" clId="{C418B9A5-B6DA-4D45-8E20-EA9C4B8E54E1}" dt="2026-07-05T13:08:12.564" v="52"/>
        <pc:sldMkLst>
          <pc:docMk/>
          <pc:sldMk cId="0" sldId="269"/>
        </pc:sldMkLst>
      </pc:sldChg>
      <pc:sldChg chg="modSp del mod">
        <pc:chgData name="Nikolozi Metreveli" userId="1d293ee8-8ff8-439c-a8c2-2699fa5b9b12" providerId="ADAL" clId="{C418B9A5-B6DA-4D45-8E20-EA9C4B8E54E1}" dt="2026-07-05T13:30:28.214" v="115"/>
        <pc:sldMkLst>
          <pc:docMk/>
          <pc:sldMk cId="0" sldId="270"/>
        </pc:sldMkLst>
        <pc:spChg chg="mod">
          <ac:chgData name="Nikolozi Metreveli" userId="1d293ee8-8ff8-439c-a8c2-2699fa5b9b12" providerId="ADAL" clId="{C418B9A5-B6DA-4D45-8E20-EA9C4B8E54E1}" dt="2026-07-05T13:10:42.857" v="53"/>
          <ac:spMkLst>
            <pc:docMk/>
            <pc:sldMk cId="0" sldId="270"/>
            <ac:spMk id="16" creationId="{00000000-0000-0000-0000-000000000000}"/>
          </ac:spMkLst>
        </pc:spChg>
      </pc:sldChg>
      <pc:sldChg chg="modSp del mod">
        <pc:chgData name="Nikolozi Metreveli" userId="1d293ee8-8ff8-439c-a8c2-2699fa5b9b12" providerId="ADAL" clId="{C418B9A5-B6DA-4D45-8E20-EA9C4B8E54E1}" dt="2026-07-05T13:12:42.262" v="59"/>
        <pc:sldMkLst>
          <pc:docMk/>
          <pc:sldMk cId="0" sldId="271"/>
        </pc:sldMkLst>
        <pc:spChg chg="mod">
          <ac:chgData name="Nikolozi Metreveli" userId="1d293ee8-8ff8-439c-a8c2-2699fa5b9b12" providerId="ADAL" clId="{C418B9A5-B6DA-4D45-8E20-EA9C4B8E54E1}" dt="2026-07-05T13:12:27.166" v="54"/>
          <ac:spMkLst>
            <pc:docMk/>
            <pc:sldMk cId="0" sldId="271"/>
            <ac:spMk id="15" creationId="{00000000-0000-0000-0000-000000000000}"/>
          </ac:spMkLst>
        </pc:spChg>
        <pc:spChg chg="mod">
          <ac:chgData name="Nikolozi Metreveli" userId="1d293ee8-8ff8-439c-a8c2-2699fa5b9b12" providerId="ADAL" clId="{C418B9A5-B6DA-4D45-8E20-EA9C4B8E54E1}" dt="2026-07-05T12:55:21.472" v="21" actId="1076"/>
          <ac:spMkLst>
            <pc:docMk/>
            <pc:sldMk cId="0" sldId="271"/>
            <ac:spMk id="30" creationId="{00000000-0000-0000-0000-000000000000}"/>
          </ac:spMkLst>
        </pc:spChg>
        <pc:spChg chg="mod">
          <ac:chgData name="Nikolozi Metreveli" userId="1d293ee8-8ff8-439c-a8c2-2699fa5b9b12" providerId="ADAL" clId="{C418B9A5-B6DA-4D45-8E20-EA9C4B8E54E1}" dt="2026-07-05T12:55:21.472" v="21" actId="1076"/>
          <ac:spMkLst>
            <pc:docMk/>
            <pc:sldMk cId="0" sldId="271"/>
            <ac:spMk id="36" creationId="{00000000-0000-0000-0000-000000000000}"/>
          </ac:spMkLst>
        </pc:spChg>
        <pc:spChg chg="mod">
          <ac:chgData name="Nikolozi Metreveli" userId="1d293ee8-8ff8-439c-a8c2-2699fa5b9b12" providerId="ADAL" clId="{C418B9A5-B6DA-4D45-8E20-EA9C4B8E54E1}" dt="2026-07-05T12:55:21.472" v="21" actId="1076"/>
          <ac:spMkLst>
            <pc:docMk/>
            <pc:sldMk cId="0" sldId="271"/>
            <ac:spMk id="38" creationId="{00000000-0000-0000-0000-000000000000}"/>
          </ac:spMkLst>
        </pc:spChg>
        <pc:spChg chg="mod">
          <ac:chgData name="Nikolozi Metreveli" userId="1d293ee8-8ff8-439c-a8c2-2699fa5b9b12" providerId="ADAL" clId="{C418B9A5-B6DA-4D45-8E20-EA9C4B8E54E1}" dt="2026-07-05T12:55:21.472" v="21" actId="1076"/>
          <ac:spMkLst>
            <pc:docMk/>
            <pc:sldMk cId="0" sldId="271"/>
            <ac:spMk id="48" creationId="{32902BDB-8506-599D-97CD-41279C6B952C}"/>
          </ac:spMkLst>
        </pc:spChg>
        <pc:spChg chg="mod">
          <ac:chgData name="Nikolozi Metreveli" userId="1d293ee8-8ff8-439c-a8c2-2699fa5b9b12" providerId="ADAL" clId="{C418B9A5-B6DA-4D45-8E20-EA9C4B8E54E1}" dt="2026-07-05T12:55:21.472" v="21" actId="1076"/>
          <ac:spMkLst>
            <pc:docMk/>
            <pc:sldMk cId="0" sldId="271"/>
            <ac:spMk id="51" creationId="{211E80F2-A0B0-9546-6756-1D0CBBACA28B}"/>
          </ac:spMkLst>
        </pc:spChg>
        <pc:spChg chg="mod">
          <ac:chgData name="Nikolozi Metreveli" userId="1d293ee8-8ff8-439c-a8c2-2699fa5b9b12" providerId="ADAL" clId="{C418B9A5-B6DA-4D45-8E20-EA9C4B8E54E1}" dt="2026-07-05T13:12:27.166" v="57"/>
          <ac:spMkLst>
            <pc:docMk/>
            <pc:sldMk cId="0" sldId="271"/>
            <ac:spMk id="61" creationId="{E2E2EE3B-F75C-CB29-D250-19F8C58D829D}"/>
          </ac:spMkLst>
        </pc:spChg>
        <pc:spChg chg="mod">
          <ac:chgData name="Nikolozi Metreveli" userId="1d293ee8-8ff8-439c-a8c2-2699fa5b9b12" providerId="ADAL" clId="{C418B9A5-B6DA-4D45-8E20-EA9C4B8E54E1}" dt="2026-07-05T12:55:21.472" v="21" actId="1076"/>
          <ac:spMkLst>
            <pc:docMk/>
            <pc:sldMk cId="0" sldId="271"/>
            <ac:spMk id="72" creationId="{134DB731-402B-9CF8-6F39-6E198AB9A213}"/>
          </ac:spMkLst>
        </pc:spChg>
        <pc:spChg chg="mod">
          <ac:chgData name="Nikolozi Metreveli" userId="1d293ee8-8ff8-439c-a8c2-2699fa5b9b12" providerId="ADAL" clId="{C418B9A5-B6DA-4D45-8E20-EA9C4B8E54E1}" dt="2026-07-05T12:55:21.472" v="21" actId="1076"/>
          <ac:spMkLst>
            <pc:docMk/>
            <pc:sldMk cId="0" sldId="271"/>
            <ac:spMk id="74" creationId="{FEABCD81-FA3E-E454-26EF-6C2048EFC7BE}"/>
          </ac:spMkLst>
        </pc:spChg>
        <pc:spChg chg="mod">
          <ac:chgData name="Nikolozi Metreveli" userId="1d293ee8-8ff8-439c-a8c2-2699fa5b9b12" providerId="ADAL" clId="{C418B9A5-B6DA-4D45-8E20-EA9C4B8E54E1}" dt="2026-07-05T12:55:21.472" v="21" actId="1076"/>
          <ac:spMkLst>
            <pc:docMk/>
            <pc:sldMk cId="0" sldId="271"/>
            <ac:spMk id="80" creationId="{1F7F18CB-C2D5-23DF-77DD-D2065E3523DB}"/>
          </ac:spMkLst>
        </pc:spChg>
        <pc:spChg chg="mod">
          <ac:chgData name="Nikolozi Metreveli" userId="1d293ee8-8ff8-439c-a8c2-2699fa5b9b12" providerId="ADAL" clId="{C418B9A5-B6DA-4D45-8E20-EA9C4B8E54E1}" dt="2026-07-05T12:55:21.472" v="21" actId="1076"/>
          <ac:spMkLst>
            <pc:docMk/>
            <pc:sldMk cId="0" sldId="271"/>
            <ac:spMk id="81" creationId="{A5A6EE3E-B33D-FB41-F34F-DD27F6D7491E}"/>
          </ac:spMkLst>
        </pc:spChg>
        <pc:spChg chg="mod">
          <ac:chgData name="Nikolozi Metreveli" userId="1d293ee8-8ff8-439c-a8c2-2699fa5b9b12" providerId="ADAL" clId="{C418B9A5-B6DA-4D45-8E20-EA9C4B8E54E1}" dt="2026-07-05T12:55:21.472" v="21" actId="1076"/>
          <ac:spMkLst>
            <pc:docMk/>
            <pc:sldMk cId="0" sldId="271"/>
            <ac:spMk id="84" creationId="{A58C553F-9910-2379-EC26-D23D33FC7678}"/>
          </ac:spMkLst>
        </pc:spChg>
        <pc:spChg chg="mod">
          <ac:chgData name="Nikolozi Metreveli" userId="1d293ee8-8ff8-439c-a8c2-2699fa5b9b12" providerId="ADAL" clId="{C418B9A5-B6DA-4D45-8E20-EA9C4B8E54E1}" dt="2026-07-05T12:55:38.783" v="23" actId="1076"/>
          <ac:spMkLst>
            <pc:docMk/>
            <pc:sldMk cId="0" sldId="271"/>
            <ac:spMk id="90" creationId="{BE58661E-845F-2404-D934-8D2FF9BFCA47}"/>
          </ac:spMkLst>
        </pc:spChg>
        <pc:spChg chg="mod">
          <ac:chgData name="Nikolozi Metreveli" userId="1d293ee8-8ff8-439c-a8c2-2699fa5b9b12" providerId="ADAL" clId="{C418B9A5-B6DA-4D45-8E20-EA9C4B8E54E1}" dt="2026-07-05T12:55:34.470" v="22" actId="1076"/>
          <ac:spMkLst>
            <pc:docMk/>
            <pc:sldMk cId="0" sldId="271"/>
            <ac:spMk id="94" creationId="{D2D52C47-1023-AF01-2C89-6587E6040905}"/>
          </ac:spMkLst>
        </pc:spChg>
        <pc:spChg chg="mod">
          <ac:chgData name="Nikolozi Metreveli" userId="1d293ee8-8ff8-439c-a8c2-2699fa5b9b12" providerId="ADAL" clId="{C418B9A5-B6DA-4D45-8E20-EA9C4B8E54E1}" dt="2026-07-05T12:55:42.706" v="24" actId="1076"/>
          <ac:spMkLst>
            <pc:docMk/>
            <pc:sldMk cId="0" sldId="271"/>
            <ac:spMk id="96" creationId="{17327582-AC53-077E-5168-B98BE9A781C5}"/>
          </ac:spMkLst>
        </pc:spChg>
      </pc:sldChg>
      <pc:sldChg chg="modSp del mod">
        <pc:chgData name="Nikolozi Metreveli" userId="1d293ee8-8ff8-439c-a8c2-2699fa5b9b12" providerId="ADAL" clId="{C418B9A5-B6DA-4D45-8E20-EA9C4B8E54E1}" dt="2026-07-05T13:15:00.548" v="69"/>
        <pc:sldMkLst>
          <pc:docMk/>
          <pc:sldMk cId="0" sldId="272"/>
        </pc:sldMkLst>
        <pc:spChg chg="mod">
          <ac:chgData name="Nikolozi Metreveli" userId="1d293ee8-8ff8-439c-a8c2-2699fa5b9b12" providerId="ADAL" clId="{C418B9A5-B6DA-4D45-8E20-EA9C4B8E54E1}" dt="2026-07-05T13:14:59.641" v="67"/>
          <ac:spMkLst>
            <pc:docMk/>
            <pc:sldMk cId="0" sldId="272"/>
            <ac:spMk id="38" creationId="{00000000-0000-0000-0000-000000000000}"/>
          </ac:spMkLst>
        </pc:spChg>
      </pc:sldChg>
      <pc:sldChg chg="add del">
        <pc:chgData name="Nikolozi Metreveli" userId="1d293ee8-8ff8-439c-a8c2-2699fa5b9b12" providerId="ADAL" clId="{C418B9A5-B6DA-4D45-8E20-EA9C4B8E54E1}" dt="2026-07-05T13:28:23.245" v="113"/>
        <pc:sldMkLst>
          <pc:docMk/>
          <pc:sldMk cId="3593586400" sldId="273"/>
        </pc:sldMkLst>
      </pc:sldChg>
      <pc:sldChg chg="add del">
        <pc:chgData name="Nikolozi Metreveli" userId="1d293ee8-8ff8-439c-a8c2-2699fa5b9b12" providerId="ADAL" clId="{C418B9A5-B6DA-4D45-8E20-EA9C4B8E54E1}" dt="2026-07-06T08:29:56.856" v="225" actId="47"/>
        <pc:sldMkLst>
          <pc:docMk/>
          <pc:sldMk cId="3327212005" sldId="274"/>
        </pc:sldMkLst>
      </pc:sldChg>
      <pc:sldChg chg="modSp add del mod">
        <pc:chgData name="Nikolozi Metreveli" userId="1d293ee8-8ff8-439c-a8c2-2699fa5b9b12" providerId="ADAL" clId="{C418B9A5-B6DA-4D45-8E20-EA9C4B8E54E1}" dt="2026-07-06T08:29:57.039" v="226" actId="47"/>
        <pc:sldMkLst>
          <pc:docMk/>
          <pc:sldMk cId="4163506138" sldId="275"/>
        </pc:sldMkLst>
        <pc:spChg chg="mod">
          <ac:chgData name="Nikolozi Metreveli" userId="1d293ee8-8ff8-439c-a8c2-2699fa5b9b12" providerId="ADAL" clId="{C418B9A5-B6DA-4D45-8E20-EA9C4B8E54E1}" dt="2026-07-05T13:39:06.247" v="131" actId="14100"/>
          <ac:spMkLst>
            <pc:docMk/>
            <pc:sldMk cId="4163506138" sldId="275"/>
            <ac:spMk id="5" creationId="{C925D74B-0204-36C4-F050-061C632A04A7}"/>
          </ac:spMkLst>
        </pc:spChg>
      </pc:sldChg>
      <pc:sldChg chg="modSp add del mod">
        <pc:chgData name="Nikolozi Metreveli" userId="1d293ee8-8ff8-439c-a8c2-2699fa5b9b12" providerId="ADAL" clId="{C418B9A5-B6DA-4D45-8E20-EA9C4B8E54E1}" dt="2026-07-06T08:29:57.195" v="227" actId="47"/>
        <pc:sldMkLst>
          <pc:docMk/>
          <pc:sldMk cId="3753802135" sldId="276"/>
        </pc:sldMkLst>
        <pc:spChg chg="mod">
          <ac:chgData name="Nikolozi Metreveli" userId="1d293ee8-8ff8-439c-a8c2-2699fa5b9b12" providerId="ADAL" clId="{C418B9A5-B6DA-4D45-8E20-EA9C4B8E54E1}" dt="2026-07-05T13:30:40.072" v="119" actId="1076"/>
          <ac:spMkLst>
            <pc:docMk/>
            <pc:sldMk cId="3753802135" sldId="276"/>
            <ac:spMk id="25" creationId="{00000000-0000-0000-0000-000000000000}"/>
          </ac:spMkLst>
        </pc:spChg>
      </pc:sldChg>
      <pc:sldChg chg="modSp add del mod">
        <pc:chgData name="Nikolozi Metreveli" userId="1d293ee8-8ff8-439c-a8c2-2699fa5b9b12" providerId="ADAL" clId="{C418B9A5-B6DA-4D45-8E20-EA9C4B8E54E1}" dt="2026-07-06T08:29:57.694" v="230" actId="47"/>
        <pc:sldMkLst>
          <pc:docMk/>
          <pc:sldMk cId="4047322940" sldId="277"/>
        </pc:sldMkLst>
        <pc:spChg chg="mod">
          <ac:chgData name="Nikolozi Metreveli" userId="1d293ee8-8ff8-439c-a8c2-2699fa5b9b12" providerId="ADAL" clId="{C418B9A5-B6DA-4D45-8E20-EA9C4B8E54E1}" dt="2026-07-05T13:14:54.410" v="65" actId="1076"/>
          <ac:spMkLst>
            <pc:docMk/>
            <pc:sldMk cId="4047322940" sldId="277"/>
            <ac:spMk id="61" creationId="{E2E2EE3B-F75C-CB29-D250-19F8C58D829D}"/>
          </ac:spMkLst>
        </pc:spChg>
        <pc:spChg chg="mod">
          <ac:chgData name="Nikolozi Metreveli" userId="1d293ee8-8ff8-439c-a8c2-2699fa5b9b12" providerId="ADAL" clId="{C418B9A5-B6DA-4D45-8E20-EA9C4B8E54E1}" dt="2026-07-05T13:14:32.677" v="60" actId="1076"/>
          <ac:spMkLst>
            <pc:docMk/>
            <pc:sldMk cId="4047322940" sldId="277"/>
            <ac:spMk id="106" creationId="{D76C7068-477C-3206-F798-6DC1B69A3B62}"/>
          </ac:spMkLst>
        </pc:spChg>
      </pc:sldChg>
      <pc:sldChg chg="modSp add del mod">
        <pc:chgData name="Nikolozi Metreveli" userId="1d293ee8-8ff8-439c-a8c2-2699fa5b9b12" providerId="ADAL" clId="{C418B9A5-B6DA-4D45-8E20-EA9C4B8E54E1}" dt="2026-07-05T13:15:11.086" v="72"/>
        <pc:sldMkLst>
          <pc:docMk/>
          <pc:sldMk cId="1980144992" sldId="278"/>
        </pc:sldMkLst>
        <pc:spChg chg="mod">
          <ac:chgData name="Nikolozi Metreveli" userId="1d293ee8-8ff8-439c-a8c2-2699fa5b9b12" providerId="ADAL" clId="{C418B9A5-B6DA-4D45-8E20-EA9C4B8E54E1}" dt="2026-07-05T13:15:00.602" v="70" actId="27636"/>
          <ac:spMkLst>
            <pc:docMk/>
            <pc:sldMk cId="1980144992" sldId="278"/>
            <ac:spMk id="38" creationId="{00000000-0000-0000-0000-000000000000}"/>
          </ac:spMkLst>
        </pc:spChg>
      </pc:sldChg>
      <pc:sldChg chg="modSp add del mod">
        <pc:chgData name="Nikolozi Metreveli" userId="1d293ee8-8ff8-439c-a8c2-2699fa5b9b12" providerId="ADAL" clId="{C418B9A5-B6DA-4D45-8E20-EA9C4B8E54E1}" dt="2026-07-05T13:30:43.941" v="121"/>
        <pc:sldMkLst>
          <pc:docMk/>
          <pc:sldMk cId="2433543785" sldId="279"/>
        </pc:sldMkLst>
        <pc:spChg chg="mod">
          <ac:chgData name="Nikolozi Metreveli" userId="1d293ee8-8ff8-439c-a8c2-2699fa5b9b12" providerId="ADAL" clId="{C418B9A5-B6DA-4D45-8E20-EA9C4B8E54E1}" dt="2026-07-05T13:24:49.957" v="108" actId="207"/>
          <ac:spMkLst>
            <pc:docMk/>
            <pc:sldMk cId="2433543785" sldId="279"/>
            <ac:spMk id="26" creationId="{00000000-0000-0000-0000-000000000000}"/>
          </ac:spMkLst>
        </pc:spChg>
      </pc:sldChg>
      <pc:sldChg chg="modSp add del mod">
        <pc:chgData name="Nikolozi Metreveli" userId="1d293ee8-8ff8-439c-a8c2-2699fa5b9b12" providerId="ADAL" clId="{C418B9A5-B6DA-4D45-8E20-EA9C4B8E54E1}" dt="2026-07-06T08:29:58.136" v="233" actId="47"/>
        <pc:sldMkLst>
          <pc:docMk/>
          <pc:sldMk cId="3224704499" sldId="280"/>
        </pc:sldMkLst>
        <pc:spChg chg="mod">
          <ac:chgData name="Nikolozi Metreveli" userId="1d293ee8-8ff8-439c-a8c2-2699fa5b9b12" providerId="ADAL" clId="{C418B9A5-B6DA-4D45-8E20-EA9C4B8E54E1}" dt="2026-07-05T13:18:05.454" v="78"/>
          <ac:spMkLst>
            <pc:docMk/>
            <pc:sldMk cId="3224704499" sldId="280"/>
            <ac:spMk id="60" creationId="{00000000-0000-0000-0000-000000000000}"/>
          </ac:spMkLst>
        </pc:spChg>
        <pc:spChg chg="mod">
          <ac:chgData name="Nikolozi Metreveli" userId="1d293ee8-8ff8-439c-a8c2-2699fa5b9b12" providerId="ADAL" clId="{C418B9A5-B6DA-4D45-8E20-EA9C4B8E54E1}" dt="2026-07-05T13:18:05.455" v="82"/>
          <ac:spMkLst>
            <pc:docMk/>
            <pc:sldMk cId="3224704499" sldId="280"/>
            <ac:spMk id="61" creationId="{00000000-0000-0000-0000-000000000000}"/>
          </ac:spMkLst>
        </pc:spChg>
        <pc:spChg chg="mod">
          <ac:chgData name="Nikolozi Metreveli" userId="1d293ee8-8ff8-439c-a8c2-2699fa5b9b12" providerId="ADAL" clId="{C418B9A5-B6DA-4D45-8E20-EA9C4B8E54E1}" dt="2026-07-05T13:18:05.456" v="88"/>
          <ac:spMkLst>
            <pc:docMk/>
            <pc:sldMk cId="3224704499" sldId="280"/>
            <ac:spMk id="62" creationId="{00000000-0000-0000-0000-000000000000}"/>
          </ac:spMkLst>
        </pc:spChg>
        <pc:spChg chg="mod">
          <ac:chgData name="Nikolozi Metreveli" userId="1d293ee8-8ff8-439c-a8c2-2699fa5b9b12" providerId="ADAL" clId="{C418B9A5-B6DA-4D45-8E20-EA9C4B8E54E1}" dt="2026-07-05T13:18:05.456" v="90"/>
          <ac:spMkLst>
            <pc:docMk/>
            <pc:sldMk cId="3224704499" sldId="280"/>
            <ac:spMk id="63" creationId="{00000000-0000-0000-0000-000000000000}"/>
          </ac:spMkLst>
        </pc:spChg>
        <pc:spChg chg="mod">
          <ac:chgData name="Nikolozi Metreveli" userId="1d293ee8-8ff8-439c-a8c2-2699fa5b9b12" providerId="ADAL" clId="{C418B9A5-B6DA-4D45-8E20-EA9C4B8E54E1}" dt="2026-07-05T13:18:05.455" v="84"/>
          <ac:spMkLst>
            <pc:docMk/>
            <pc:sldMk cId="3224704499" sldId="280"/>
            <ac:spMk id="64" creationId="{00000000-0000-0000-0000-000000000000}"/>
          </ac:spMkLst>
        </pc:spChg>
        <pc:spChg chg="mod">
          <ac:chgData name="Nikolozi Metreveli" userId="1d293ee8-8ff8-439c-a8c2-2699fa5b9b12" providerId="ADAL" clId="{C418B9A5-B6DA-4D45-8E20-EA9C4B8E54E1}" dt="2026-07-05T13:18:05.456" v="86"/>
          <ac:spMkLst>
            <pc:docMk/>
            <pc:sldMk cId="3224704499" sldId="280"/>
            <ac:spMk id="65" creationId="{00000000-0000-0000-0000-000000000000}"/>
          </ac:spMkLst>
        </pc:spChg>
        <pc:spChg chg="mod">
          <ac:chgData name="Nikolozi Metreveli" userId="1d293ee8-8ff8-439c-a8c2-2699fa5b9b12" providerId="ADAL" clId="{C418B9A5-B6DA-4D45-8E20-EA9C4B8E54E1}" dt="2026-07-05T13:18:05.456" v="92"/>
          <ac:spMkLst>
            <pc:docMk/>
            <pc:sldMk cId="3224704499" sldId="280"/>
            <ac:spMk id="66" creationId="{00000000-0000-0000-0000-000000000000}"/>
          </ac:spMkLst>
        </pc:spChg>
        <pc:spChg chg="mod">
          <ac:chgData name="Nikolozi Metreveli" userId="1d293ee8-8ff8-439c-a8c2-2699fa5b9b12" providerId="ADAL" clId="{C418B9A5-B6DA-4D45-8E20-EA9C4B8E54E1}" dt="2026-07-05T13:18:05.456" v="94"/>
          <ac:spMkLst>
            <pc:docMk/>
            <pc:sldMk cId="3224704499" sldId="280"/>
            <ac:spMk id="67" creationId="{00000000-0000-0000-0000-000000000000}"/>
          </ac:spMkLst>
        </pc:spChg>
      </pc:sldChg>
      <pc:sldChg chg="add del">
        <pc:chgData name="Nikolozi Metreveli" userId="1d293ee8-8ff8-439c-a8c2-2699fa5b9b12" providerId="ADAL" clId="{C418B9A5-B6DA-4D45-8E20-EA9C4B8E54E1}" dt="2026-07-05T13:20:41.995" v="101"/>
        <pc:sldMkLst>
          <pc:docMk/>
          <pc:sldMk cId="3134761037" sldId="281"/>
        </pc:sldMkLst>
      </pc:sldChg>
      <pc:sldChg chg="modSp add del mod">
        <pc:chgData name="Nikolozi Metreveli" userId="1d293ee8-8ff8-439c-a8c2-2699fa5b9b12" providerId="ADAL" clId="{C418B9A5-B6DA-4D45-8E20-EA9C4B8E54E1}" dt="2026-07-05T13:31:45.934" v="124"/>
        <pc:sldMkLst>
          <pc:docMk/>
          <pc:sldMk cId="3363174736" sldId="282"/>
        </pc:sldMkLst>
        <pc:spChg chg="mod">
          <ac:chgData name="Nikolozi Metreveli" userId="1d293ee8-8ff8-439c-a8c2-2699fa5b9b12" providerId="ADAL" clId="{C418B9A5-B6DA-4D45-8E20-EA9C4B8E54E1}" dt="2026-07-05T13:20:51.208" v="103"/>
          <ac:spMkLst>
            <pc:docMk/>
            <pc:sldMk cId="3363174736" sldId="282"/>
            <ac:spMk id="37" creationId="{00000000-0000-0000-0000-000000000000}"/>
          </ac:spMkLst>
        </pc:spChg>
        <pc:spChg chg="mod">
          <ac:chgData name="Nikolozi Metreveli" userId="1d293ee8-8ff8-439c-a8c2-2699fa5b9b12" providerId="ADAL" clId="{C418B9A5-B6DA-4D45-8E20-EA9C4B8E54E1}" dt="2026-07-05T13:20:51.208" v="105"/>
          <ac:spMkLst>
            <pc:docMk/>
            <pc:sldMk cId="3363174736" sldId="282"/>
            <ac:spMk id="38" creationId="{00000000-0000-0000-0000-000000000000}"/>
          </ac:spMkLst>
        </pc:spChg>
      </pc:sldChg>
      <pc:sldChg chg="modSp add del mod">
        <pc:chgData name="Nikolozi Metreveli" userId="1d293ee8-8ff8-439c-a8c2-2699fa5b9b12" providerId="ADAL" clId="{C418B9A5-B6DA-4D45-8E20-EA9C4B8E54E1}" dt="2026-07-06T08:29:56.464" v="223" actId="47"/>
        <pc:sldMkLst>
          <pc:docMk/>
          <pc:sldMk cId="1790512159" sldId="283"/>
        </pc:sldMkLst>
        <pc:spChg chg="mod">
          <ac:chgData name="Nikolozi Metreveli" userId="1d293ee8-8ff8-439c-a8c2-2699fa5b9b12" providerId="ADAL" clId="{C418B9A5-B6DA-4D45-8E20-EA9C4B8E54E1}" dt="2026-07-05T13:26:05.759" v="111"/>
          <ac:spMkLst>
            <pc:docMk/>
            <pc:sldMk cId="1790512159" sldId="283"/>
            <ac:spMk id="5" creationId="{00000000-0000-0000-0000-000000000000}"/>
          </ac:spMkLst>
        </pc:spChg>
      </pc:sldChg>
      <pc:sldChg chg="modSp add del mod">
        <pc:chgData name="Nikolozi Metreveli" userId="1d293ee8-8ff8-439c-a8c2-2699fa5b9b12" providerId="ADAL" clId="{C418B9A5-B6DA-4D45-8E20-EA9C4B8E54E1}" dt="2026-07-06T08:29:56.626" v="224" actId="47"/>
        <pc:sldMkLst>
          <pc:docMk/>
          <pc:sldMk cId="934309609" sldId="284"/>
        </pc:sldMkLst>
        <pc:spChg chg="mod">
          <ac:chgData name="Nikolozi Metreveli" userId="1d293ee8-8ff8-439c-a8c2-2699fa5b9b12" providerId="ADAL" clId="{C418B9A5-B6DA-4D45-8E20-EA9C4B8E54E1}" dt="2026-07-05T13:39:51.815" v="136" actId="20577"/>
          <ac:spMkLst>
            <pc:docMk/>
            <pc:sldMk cId="934309609" sldId="284"/>
            <ac:spMk id="12" creationId="{00000000-0000-0000-0000-000000000000}"/>
          </ac:spMkLst>
        </pc:spChg>
        <pc:spChg chg="mod">
          <ac:chgData name="Nikolozi Metreveli" userId="1d293ee8-8ff8-439c-a8c2-2699fa5b9b12" providerId="ADAL" clId="{C418B9A5-B6DA-4D45-8E20-EA9C4B8E54E1}" dt="2026-07-05T13:40:08.400" v="145" actId="20577"/>
          <ac:spMkLst>
            <pc:docMk/>
            <pc:sldMk cId="934309609" sldId="284"/>
            <ac:spMk id="14" creationId="{00000000-0000-0000-0000-000000000000}"/>
          </ac:spMkLst>
        </pc:spChg>
      </pc:sldChg>
      <pc:sldChg chg="modSp add del mod">
        <pc:chgData name="Nikolozi Metreveli" userId="1d293ee8-8ff8-439c-a8c2-2699fa5b9b12" providerId="ADAL" clId="{C418B9A5-B6DA-4D45-8E20-EA9C4B8E54E1}" dt="2026-07-06T08:29:57.358" v="228" actId="47"/>
        <pc:sldMkLst>
          <pc:docMk/>
          <pc:sldMk cId="879097278" sldId="285"/>
        </pc:sldMkLst>
        <pc:spChg chg="mod">
          <ac:chgData name="Nikolozi Metreveli" userId="1d293ee8-8ff8-439c-a8c2-2699fa5b9b12" providerId="ADAL" clId="{C418B9A5-B6DA-4D45-8E20-EA9C4B8E54E1}" dt="2026-07-05T13:40:43.305" v="159" actId="20577"/>
          <ac:spMkLst>
            <pc:docMk/>
            <pc:sldMk cId="879097278" sldId="285"/>
            <ac:spMk id="21" creationId="{00000000-0000-0000-0000-000000000000}"/>
          </ac:spMkLst>
        </pc:spChg>
        <pc:spChg chg="mod">
          <ac:chgData name="Nikolozi Metreveli" userId="1d293ee8-8ff8-439c-a8c2-2699fa5b9b12" providerId="ADAL" clId="{C418B9A5-B6DA-4D45-8E20-EA9C4B8E54E1}" dt="2026-07-05T13:41:14.741" v="177" actId="1076"/>
          <ac:spMkLst>
            <pc:docMk/>
            <pc:sldMk cId="879097278" sldId="285"/>
            <ac:spMk id="23" creationId="{00000000-0000-0000-0000-000000000000}"/>
          </ac:spMkLst>
        </pc:spChg>
        <pc:spChg chg="mod">
          <ac:chgData name="Nikolozi Metreveli" userId="1d293ee8-8ff8-439c-a8c2-2699fa5b9b12" providerId="ADAL" clId="{C418B9A5-B6DA-4D45-8E20-EA9C4B8E54E1}" dt="2026-07-05T13:41:39.940" v="219" actId="1076"/>
          <ac:spMkLst>
            <pc:docMk/>
            <pc:sldMk cId="879097278" sldId="285"/>
            <ac:spMk id="25" creationId="{00000000-0000-0000-0000-000000000000}"/>
          </ac:spMkLst>
        </pc:spChg>
      </pc:sldChg>
      <pc:sldChg chg="modSp add del mod">
        <pc:chgData name="Nikolozi Metreveli" userId="1d293ee8-8ff8-439c-a8c2-2699fa5b9b12" providerId="ADAL" clId="{C418B9A5-B6DA-4D45-8E20-EA9C4B8E54E1}" dt="2026-07-06T08:29:57.520" v="229" actId="47"/>
        <pc:sldMkLst>
          <pc:docMk/>
          <pc:sldMk cId="2951543766" sldId="286"/>
        </pc:sldMkLst>
        <pc:spChg chg="mod">
          <ac:chgData name="Nikolozi Metreveli" userId="1d293ee8-8ff8-439c-a8c2-2699fa5b9b12" providerId="ADAL" clId="{C418B9A5-B6DA-4D45-8E20-EA9C4B8E54E1}" dt="2026-07-05T13:30:32.400" v="118"/>
          <ac:spMkLst>
            <pc:docMk/>
            <pc:sldMk cId="2951543766" sldId="286"/>
            <ac:spMk id="5" creationId="{8C36BE69-6047-7189-F5D1-197C8571023F}"/>
          </ac:spMkLst>
        </pc:spChg>
      </pc:sldChg>
      <pc:sldChg chg="modSp add del mod">
        <pc:chgData name="Nikolozi Metreveli" userId="1d293ee8-8ff8-439c-a8c2-2699fa5b9b12" providerId="ADAL" clId="{C418B9A5-B6DA-4D45-8E20-EA9C4B8E54E1}" dt="2026-07-05T13:34:57.674" v="126"/>
        <pc:sldMkLst>
          <pc:docMk/>
          <pc:sldMk cId="3765470701" sldId="287"/>
        </pc:sldMkLst>
        <pc:spChg chg="mod">
          <ac:chgData name="Nikolozi Metreveli" userId="1d293ee8-8ff8-439c-a8c2-2699fa5b9b12" providerId="ADAL" clId="{C418B9A5-B6DA-4D45-8E20-EA9C4B8E54E1}" dt="2026-07-05T13:30:43.956" v="122" actId="27636"/>
          <ac:spMkLst>
            <pc:docMk/>
            <pc:sldMk cId="3765470701" sldId="287"/>
            <ac:spMk id="38" creationId="{00000000-0000-0000-0000-000000000000}"/>
          </ac:spMkLst>
        </pc:spChg>
      </pc:sldChg>
      <pc:sldChg chg="add del">
        <pc:chgData name="Nikolozi Metreveli" userId="1d293ee8-8ff8-439c-a8c2-2699fa5b9b12" providerId="ADAL" clId="{C418B9A5-B6DA-4D45-8E20-EA9C4B8E54E1}" dt="2026-07-06T08:29:58.298" v="234" actId="47"/>
        <pc:sldMkLst>
          <pc:docMk/>
          <pc:sldMk cId="2136006092" sldId="288"/>
        </pc:sldMkLst>
      </pc:sldChg>
      <pc:sldChg chg="add del">
        <pc:chgData name="Nikolozi Metreveli" userId="1d293ee8-8ff8-439c-a8c2-2699fa5b9b12" providerId="ADAL" clId="{C418B9A5-B6DA-4D45-8E20-EA9C4B8E54E1}" dt="2026-07-05T13:35:43.544" v="128"/>
        <pc:sldMkLst>
          <pc:docMk/>
          <pc:sldMk cId="2042663393" sldId="289"/>
        </pc:sldMkLst>
      </pc:sldChg>
      <pc:sldChg chg="modSp add del mod">
        <pc:chgData name="Nikolozi Metreveli" userId="1d293ee8-8ff8-439c-a8c2-2699fa5b9b12" providerId="ADAL" clId="{C418B9A5-B6DA-4D45-8E20-EA9C4B8E54E1}" dt="2026-07-06T08:29:57.805" v="231" actId="47"/>
        <pc:sldMkLst>
          <pc:docMk/>
          <pc:sldMk cId="3675336546" sldId="290"/>
        </pc:sldMkLst>
        <pc:spChg chg="mod">
          <ac:chgData name="Nikolozi Metreveli" userId="1d293ee8-8ff8-439c-a8c2-2699fa5b9b12" providerId="ADAL" clId="{C418B9A5-B6DA-4D45-8E20-EA9C4B8E54E1}" dt="2026-07-05T13:42:25.271" v="222" actId="1076"/>
          <ac:spMkLst>
            <pc:docMk/>
            <pc:sldMk cId="3675336546" sldId="290"/>
            <ac:spMk id="4" creationId="{00000000-0000-0000-0000-000000000000}"/>
          </ac:spMkLst>
        </pc:spChg>
        <pc:spChg chg="mod">
          <ac:chgData name="Nikolozi Metreveli" userId="1d293ee8-8ff8-439c-a8c2-2699fa5b9b12" providerId="ADAL" clId="{C418B9A5-B6DA-4D45-8E20-EA9C4B8E54E1}" dt="2026-07-05T13:42:22.987" v="221" actId="1076"/>
          <ac:spMkLst>
            <pc:docMk/>
            <pc:sldMk cId="3675336546" sldId="290"/>
            <ac:spMk id="5"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17"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25"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26"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38"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42"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57"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60"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67" creationId="{00000000-0000-0000-0000-000000000000}"/>
          </ac:spMkLst>
        </pc:spChg>
        <pc:spChg chg="mod">
          <ac:chgData name="Nikolozi Metreveli" userId="1d293ee8-8ff8-439c-a8c2-2699fa5b9b12" providerId="ADAL" clId="{C418B9A5-B6DA-4D45-8E20-EA9C4B8E54E1}" dt="2026-07-05T13:42:19.976" v="220" actId="1076"/>
          <ac:spMkLst>
            <pc:docMk/>
            <pc:sldMk cId="3675336546" sldId="290"/>
            <ac:spMk id="81" creationId="{76053E62-81A6-060A-BD8E-A3C41E4A51DE}"/>
          </ac:spMkLst>
        </pc:spChg>
      </pc:sldChg>
      <pc:sldMasterChg chg="delSldLayout">
        <pc:chgData name="Nikolozi Metreveli" userId="1d293ee8-8ff8-439c-a8c2-2699fa5b9b12" providerId="ADAL" clId="{C418B9A5-B6DA-4D45-8E20-EA9C4B8E54E1}" dt="2026-07-06T08:29:58.298" v="234" actId="47"/>
        <pc:sldMasterMkLst>
          <pc:docMk/>
          <pc:sldMasterMk cId="0" sldId="2147483648"/>
        </pc:sldMasterMkLst>
        <pc:sldLayoutChg chg="del">
          <pc:chgData name="Nikolozi Metreveli" userId="1d293ee8-8ff8-439c-a8c2-2699fa5b9b12" providerId="ADAL" clId="{C418B9A5-B6DA-4D45-8E20-EA9C4B8E54E1}" dt="2026-07-06T08:29:58.298" v="234" actId="47"/>
          <pc:sldLayoutMkLst>
            <pc:docMk/>
            <pc:sldMasterMk cId="0" sldId="2147483648"/>
            <pc:sldLayoutMk cId="3704716752"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9F4DE0-8B16-4114-80A4-44BD02127485}" type="datetimeFigureOut">
              <a:rPr lang="en-IN" smtClean="0"/>
              <a:t>06-07-2026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4D526-74C5-49E6-A67C-84FB1C2F270C}" type="slidenum">
              <a:rPr lang="en-IN" smtClean="0"/>
              <a:t>‹#›</a:t>
            </a:fld>
            <a:endParaRPr lang="en-IN"/>
          </a:p>
        </p:txBody>
      </p:sp>
    </p:spTree>
    <p:extLst>
      <p:ext uri="{BB962C8B-B14F-4D97-AF65-F5344CB8AC3E}">
        <p14:creationId xmlns:p14="http://schemas.microsoft.com/office/powerpoint/2010/main" val="3892930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sub-domains our work touches, grouped into three domains. We are not asserting current-state </a:t>
            </a:r>
            <a:r>
              <a:rPr lang="en-US"/>
              <a:t>metrics - </a:t>
            </a:r>
            <a:r>
              <a:rPr lang="en-US" dirty="0"/>
              <a:t>we are naming where the work is. The attention point: LP and Regulatory Reporting is where we begin. Most contained scope, clearest starting point, fastest to demonstrate value on KAI.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squad of six, three capabilities, built to stay. Two functional consultants who understand what KAI should do, two data and AI engineers who build it inside KAI, and two FTEs embedded in Keppel TMS who own the backlog and hold accountability. Keppel TMS owns strategy; StatusNeo extends execution capacity.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envision the industrialisation </a:t>
            </a:r>
            <a:r>
              <a:rPr lang="en-US"/>
              <a:t>phase - </a:t>
            </a:r>
            <a:r>
              <a:rPr lang="en-US" dirty="0"/>
              <a:t>not a promise of specific time savings. Start by building a governed reporting capability, pivot to Asset 360, expand to Portfolio Intelligence, then scale into an enterprise operating model on KAI. Each phase names what we industrialise and how we measure progress; we track the metrics, we do not pre-commit the numbers.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KAI is already built and the data is already there. The work ahead is about the workflows around the platform, not the platform itself. StatusNeo closes that </a:t>
            </a:r>
            <a:r>
              <a:rPr lang="en-US"/>
              <a:t>distance - </a:t>
            </a:r>
            <a:r>
              <a:rPr lang="en-US" dirty="0"/>
              <a:t>one squad, one starting domain, early measurable proof, and a model that compounds across the Temasek portfolio. The question is whether the AI already invested in starts doing the work it was built for.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3141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0D13">
                <a:alpha val="100000"/>
              </a:srgbClr>
            </a:gs>
            <a:gs pos="50000">
              <a:srgbClr val="0A0D13">
                <a:alpha val="80000"/>
              </a:srgbClr>
            </a:gs>
            <a:gs pos="100000">
              <a:srgbClr val="0A0D13">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4876800" y="1028700"/>
            <a:ext cx="8881334" cy="2066929"/>
          </a:xfrm>
          <a:custGeom>
            <a:avLst/>
            <a:gdLst/>
            <a:ahLst/>
            <a:cxnLst/>
            <a:rect l="l" t="t" r="r" b="b"/>
            <a:pathLst>
              <a:path w="8881334" h="2066929">
                <a:moveTo>
                  <a:pt x="0" y="0"/>
                </a:moveTo>
                <a:lnTo>
                  <a:pt x="8881334" y="0"/>
                </a:lnTo>
                <a:lnTo>
                  <a:pt x="8881334" y="2066928"/>
                </a:lnTo>
                <a:lnTo>
                  <a:pt x="0" y="2066928"/>
                </a:lnTo>
                <a:lnTo>
                  <a:pt x="0" y="0"/>
                </a:lnTo>
                <a:close/>
              </a:path>
            </a:pathLst>
          </a:custGeom>
          <a:blipFill>
            <a:blip r:embed="rId2"/>
            <a:stretch>
              <a:fillRect/>
            </a:stretch>
          </a:blipFill>
        </p:spPr>
        <p:txBody>
          <a:bodyPr/>
          <a:lstStyle/>
          <a:p>
            <a:endParaRPr lang="en-IN" dirty="0"/>
          </a:p>
        </p:txBody>
      </p:sp>
      <p:grpSp>
        <p:nvGrpSpPr>
          <p:cNvPr id="3" name="Group 3"/>
          <p:cNvGrpSpPr/>
          <p:nvPr/>
        </p:nvGrpSpPr>
        <p:grpSpPr>
          <a:xfrm>
            <a:off x="1028700" y="0"/>
            <a:ext cx="1447800" cy="2333625"/>
            <a:chOff x="0" y="0"/>
            <a:chExt cx="1930400" cy="3111500"/>
          </a:xfrm>
        </p:grpSpPr>
        <p:sp>
          <p:nvSpPr>
            <p:cNvPr id="4" name="Freeform 4"/>
            <p:cNvSpPr/>
            <p:nvPr/>
          </p:nvSpPr>
          <p:spPr>
            <a:xfrm>
              <a:off x="0" y="0"/>
              <a:ext cx="1930400" cy="3111500"/>
            </a:xfrm>
            <a:custGeom>
              <a:avLst/>
              <a:gdLst/>
              <a:ahLst/>
              <a:cxnLst/>
              <a:rect l="l" t="t" r="r" b="b"/>
              <a:pathLst>
                <a:path w="1930400" h="3111500">
                  <a:moveTo>
                    <a:pt x="0" y="0"/>
                  </a:moveTo>
                  <a:lnTo>
                    <a:pt x="1930400" y="0"/>
                  </a:lnTo>
                  <a:lnTo>
                    <a:pt x="1930400" y="3111500"/>
                  </a:lnTo>
                  <a:lnTo>
                    <a:pt x="0" y="3111500"/>
                  </a:lnTo>
                  <a:lnTo>
                    <a:pt x="0" y="0"/>
                  </a:lnTo>
                  <a:close/>
                </a:path>
              </a:pathLst>
            </a:custGeom>
            <a:blipFill>
              <a:blip r:embed="rId3"/>
              <a:stretch>
                <a:fillRect t="-65" b="-751"/>
              </a:stretch>
            </a:blipFill>
          </p:spPr>
          <p:txBody>
            <a:bodyPr/>
            <a:lstStyle/>
            <a:p>
              <a:endParaRPr lang="en-IN"/>
            </a:p>
          </p:txBody>
        </p:sp>
      </p:grpSp>
      <p:sp>
        <p:nvSpPr>
          <p:cNvPr id="5" name="Freeform 5"/>
          <p:cNvSpPr/>
          <p:nvPr/>
        </p:nvSpPr>
        <p:spPr>
          <a:xfrm rot="-729155">
            <a:off x="350631" y="3609898"/>
            <a:ext cx="18875200" cy="13354204"/>
          </a:xfrm>
          <a:custGeom>
            <a:avLst/>
            <a:gdLst/>
            <a:ahLst/>
            <a:cxnLst/>
            <a:rect l="l" t="t" r="r" b="b"/>
            <a:pathLst>
              <a:path w="18875200" h="13354204">
                <a:moveTo>
                  <a:pt x="0" y="0"/>
                </a:moveTo>
                <a:lnTo>
                  <a:pt x="18875199" y="0"/>
                </a:lnTo>
                <a:lnTo>
                  <a:pt x="18875199" y="13354204"/>
                </a:lnTo>
                <a:lnTo>
                  <a:pt x="0" y="13354204"/>
                </a:lnTo>
                <a:lnTo>
                  <a:pt x="0" y="0"/>
                </a:lnTo>
                <a:close/>
              </a:path>
            </a:pathLst>
          </a:custGeom>
          <a:blipFill>
            <a:blip r:embed="rId4"/>
            <a:stretch>
              <a:fillRect/>
            </a:stretch>
          </a:blipFill>
        </p:spPr>
        <p:txBody>
          <a:bodyPr/>
          <a:lstStyle/>
          <a:p>
            <a:endParaRPr lang="en-IN"/>
          </a:p>
        </p:txBody>
      </p:sp>
      <p:sp>
        <p:nvSpPr>
          <p:cNvPr id="6" name="TextBox 6"/>
          <p:cNvSpPr txBox="1"/>
          <p:nvPr/>
        </p:nvSpPr>
        <p:spPr>
          <a:xfrm>
            <a:off x="5953291" y="3237722"/>
            <a:ext cx="7050137" cy="624915"/>
          </a:xfrm>
          <a:prstGeom prst="rect">
            <a:avLst/>
          </a:prstGeom>
        </p:spPr>
        <p:txBody>
          <a:bodyPr wrap="square" lIns="0" tIns="0" rIns="0" bIns="0" rtlCol="0" anchor="t">
            <a:spAutoFit/>
          </a:bodyPr>
          <a:lstStyle/>
          <a:p>
            <a:pPr algn="ctr">
              <a:lnSpc>
                <a:spcPts val="5563"/>
              </a:lnSpc>
              <a:spcBef>
                <a:spcPct val="0"/>
              </a:spcBef>
            </a:pPr>
            <a:r>
              <a:rPr lang="en-US" sz="3974" b="1" spc="143" dirty="0">
                <a:solidFill>
                  <a:srgbClr val="FFFFFF"/>
                </a:solidFill>
                <a:latin typeface="Bebas Neue Bold"/>
                <a:ea typeface="Bebas Neue Bold"/>
                <a:cs typeface="Bebas Neue Bold"/>
                <a:sym typeface="Bebas Neue Bold"/>
              </a:rPr>
              <a:t> The Authentic AI™ Company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39">
            <a:extLst>
              <a:ext uri="{FF2B5EF4-FFF2-40B4-BE49-F238E27FC236}">
                <a16:creationId xmlns:a16="http://schemas.microsoft.com/office/drawing/2014/main" id="{8A223DC1-9050-698C-290C-057F7742AE6B}"/>
              </a:ext>
            </a:extLst>
          </p:cNvPr>
          <p:cNvSpPr/>
          <p:nvPr/>
        </p:nvSpPr>
        <p:spPr>
          <a:xfrm>
            <a:off x="800057" y="8694841"/>
            <a:ext cx="16687844" cy="1022761"/>
          </a:xfrm>
          <a:prstGeom prst="roundRect">
            <a:avLst>
              <a:gd name="adj" fmla="val 14901"/>
            </a:avLst>
          </a:prstGeom>
          <a:solidFill>
            <a:srgbClr val="FFC000"/>
          </a:solidFill>
          <a:ln/>
        </p:spPr>
        <p:txBody>
          <a:bodyPr/>
          <a:lstStyle/>
          <a:p>
            <a:endParaRPr lang="en-IN">
              <a:latin typeface="Montserrat" panose="00000500000000000000" pitchFamily="2" charset="0"/>
            </a:endParaRPr>
          </a:p>
        </p:txBody>
      </p:sp>
      <p:sp>
        <p:nvSpPr>
          <p:cNvPr id="2" name="Text 0"/>
          <p:cNvSpPr/>
          <p:nvPr/>
        </p:nvSpPr>
        <p:spPr>
          <a:xfrm>
            <a:off x="800057" y="592462"/>
            <a:ext cx="3218490" cy="218958"/>
          </a:xfrm>
          <a:prstGeom prst="rect">
            <a:avLst/>
          </a:prstGeom>
          <a:noFill/>
          <a:ln/>
        </p:spPr>
        <p:txBody>
          <a:bodyPr wrap="square" lIns="25400" tIns="25400" rIns="25400" bIns="25400" rtlCol="0" anchor="t">
            <a:normAutofit lnSpcReduction="10000"/>
          </a:bodyPr>
          <a:lstStyle/>
          <a:p>
            <a:pPr marL="0" indent="0" algn="l">
              <a:buNone/>
            </a:pPr>
            <a:r>
              <a:rPr lang="en-US" sz="1200" b="1" kern="0" spc="225" dirty="0">
                <a:solidFill>
                  <a:srgbClr val="8B8B8B"/>
                </a:solidFill>
                <a:latin typeface="Montserrat" panose="00000500000000000000" pitchFamily="2" charset="0"/>
                <a:ea typeface="Arial" pitchFamily="34" charset="-122"/>
                <a:cs typeface="Arial" pitchFamily="34" charset="-120"/>
              </a:rPr>
              <a:t>WHERE WE INTEND TO START</a:t>
            </a:r>
            <a:endParaRPr lang="en-US" sz="1200" dirty="0">
              <a:latin typeface="Montserrat" panose="00000500000000000000" pitchFamily="2" charset="0"/>
            </a:endParaRPr>
          </a:p>
        </p:txBody>
      </p:sp>
      <p:sp>
        <p:nvSpPr>
          <p:cNvPr id="6" name="Text 4"/>
          <p:cNvSpPr/>
          <p:nvPr/>
        </p:nvSpPr>
        <p:spPr>
          <a:xfrm>
            <a:off x="800057" y="1000153"/>
            <a:ext cx="13716043" cy="585782"/>
          </a:xfrm>
          <a:prstGeom prst="rect">
            <a:avLst/>
          </a:prstGeom>
          <a:noFill/>
          <a:ln/>
        </p:spPr>
        <p:txBody>
          <a:bodyPr wrap="square" lIns="25400" tIns="25400" rIns="25400" bIns="25400" rtlCol="0" anchor="t">
            <a:normAutofit fontScale="70000" lnSpcReduction="20000"/>
          </a:bodyPr>
          <a:lstStyle/>
          <a:p>
            <a:pPr marL="0" indent="0" algn="l">
              <a:lnSpc>
                <a:spcPct val="115000"/>
              </a:lnSpc>
              <a:buNone/>
            </a:pPr>
            <a:r>
              <a:rPr lang="en-US" sz="3750" b="1" kern="0" spc="-37" dirty="0">
                <a:solidFill>
                  <a:srgbClr val="1A1A1A"/>
                </a:solidFill>
                <a:latin typeface="Montserrat" panose="00000500000000000000" pitchFamily="2" charset="0"/>
                <a:ea typeface="Arial" pitchFamily="34" charset="-122"/>
                <a:cs typeface="Arial" pitchFamily="34" charset="-120"/>
              </a:rPr>
              <a:t>KAI already holds the data. These three domains show where it isn’t yet at work.</a:t>
            </a:r>
            <a:endParaRPr lang="en-US" sz="3750" dirty="0">
              <a:latin typeface="Montserrat" panose="00000500000000000000" pitchFamily="2" charset="0"/>
            </a:endParaRPr>
          </a:p>
        </p:txBody>
      </p:sp>
      <p:sp>
        <p:nvSpPr>
          <p:cNvPr id="7" name="Shape 5"/>
          <p:cNvSpPr/>
          <p:nvPr/>
        </p:nvSpPr>
        <p:spPr>
          <a:xfrm>
            <a:off x="800057" y="1738258"/>
            <a:ext cx="16687844" cy="9525"/>
          </a:xfrm>
          <a:prstGeom prst="rect">
            <a:avLst/>
          </a:prstGeom>
          <a:solidFill>
            <a:srgbClr val="E2E2E2"/>
          </a:solidFill>
          <a:ln/>
        </p:spPr>
        <p:txBody>
          <a:bodyPr/>
          <a:lstStyle/>
          <a:p>
            <a:endParaRPr lang="en-IN">
              <a:latin typeface="Montserrat" panose="00000500000000000000" pitchFamily="2" charset="0"/>
            </a:endParaRPr>
          </a:p>
        </p:txBody>
      </p:sp>
      <p:sp>
        <p:nvSpPr>
          <p:cNvPr id="8" name="Text 6"/>
          <p:cNvSpPr/>
          <p:nvPr/>
        </p:nvSpPr>
        <p:spPr>
          <a:xfrm>
            <a:off x="819067" y="2157702"/>
            <a:ext cx="542086" cy="267013"/>
          </a:xfrm>
          <a:prstGeom prst="rect">
            <a:avLst/>
          </a:prstGeom>
          <a:noFill/>
          <a:ln/>
        </p:spPr>
        <p:txBody>
          <a:bodyPr wrap="square" lIns="25400" tIns="25400" rIns="25400" bIns="25400" rtlCol="0" anchor="t">
            <a:noAutofit/>
          </a:bodyPr>
          <a:lstStyle/>
          <a:p>
            <a:pPr marL="0" indent="0" algn="l">
              <a:buNone/>
            </a:pPr>
            <a:r>
              <a:rPr lang="en-US" sz="3000" b="1" dirty="0">
                <a:solidFill>
                  <a:srgbClr val="F5A623"/>
                </a:solidFill>
                <a:latin typeface="Montserrat" panose="00000500000000000000" pitchFamily="2" charset="0"/>
                <a:ea typeface="Arial" pitchFamily="34" charset="-122"/>
                <a:cs typeface="Arial" pitchFamily="34" charset="-120"/>
              </a:rPr>
              <a:t>01</a:t>
            </a:r>
            <a:endParaRPr lang="en-US" sz="3000" dirty="0">
              <a:latin typeface="Montserrat" panose="00000500000000000000" pitchFamily="2" charset="0"/>
            </a:endParaRPr>
          </a:p>
        </p:txBody>
      </p:sp>
      <p:sp>
        <p:nvSpPr>
          <p:cNvPr id="9" name="Text 7"/>
          <p:cNvSpPr/>
          <p:nvPr/>
        </p:nvSpPr>
        <p:spPr>
          <a:xfrm>
            <a:off x="1361153" y="2098096"/>
            <a:ext cx="3039649" cy="476115"/>
          </a:xfrm>
          <a:prstGeom prst="rect">
            <a:avLst/>
          </a:prstGeom>
          <a:noFill/>
          <a:ln/>
        </p:spPr>
        <p:txBody>
          <a:bodyPr wrap="square" lIns="25400" tIns="25400" rIns="25400" bIns="25400" rtlCol="0" anchor="t">
            <a:noAutofit/>
          </a:bodyPr>
          <a:lstStyle/>
          <a:p>
            <a:pPr marL="0" indent="0" algn="l">
              <a:lnSpc>
                <a:spcPct val="115000"/>
              </a:lnSpc>
              <a:buNone/>
            </a:pPr>
            <a:r>
              <a:rPr lang="en-US" b="1" kern="0" spc="22" dirty="0">
                <a:solidFill>
                  <a:srgbClr val="1A1A1A"/>
                </a:solidFill>
                <a:latin typeface="Montserrat" panose="00000500000000000000" pitchFamily="2" charset="0"/>
                <a:ea typeface="Arial" pitchFamily="34" charset="-122"/>
                <a:cs typeface="Arial" pitchFamily="34" charset="-120"/>
              </a:rPr>
              <a:t>ASSET LIFECYCLE MANAGEMENT</a:t>
            </a:r>
            <a:endParaRPr lang="en-US" dirty="0">
              <a:latin typeface="Montserrat" panose="00000500000000000000" pitchFamily="2" charset="0"/>
            </a:endParaRPr>
          </a:p>
        </p:txBody>
      </p:sp>
      <p:sp>
        <p:nvSpPr>
          <p:cNvPr id="10" name="Shape 8"/>
          <p:cNvSpPr/>
          <p:nvPr/>
        </p:nvSpPr>
        <p:spPr>
          <a:xfrm>
            <a:off x="790905" y="2971889"/>
            <a:ext cx="2604362" cy="87604"/>
          </a:xfrm>
          <a:prstGeom prst="rect">
            <a:avLst/>
          </a:prstGeom>
          <a:solidFill>
            <a:srgbClr val="F5A623"/>
          </a:solidFill>
          <a:ln/>
        </p:spPr>
        <p:txBody>
          <a:bodyPr/>
          <a:lstStyle/>
          <a:p>
            <a:endParaRPr lang="en-IN">
              <a:latin typeface="Montserrat" panose="00000500000000000000" pitchFamily="2" charset="0"/>
            </a:endParaRPr>
          </a:p>
        </p:txBody>
      </p:sp>
      <p:sp>
        <p:nvSpPr>
          <p:cNvPr id="11" name="Text 9"/>
          <p:cNvSpPr/>
          <p:nvPr/>
        </p:nvSpPr>
        <p:spPr>
          <a:xfrm>
            <a:off x="796508" y="4082613"/>
            <a:ext cx="266731" cy="276237"/>
          </a:xfrm>
          <a:prstGeom prst="rect">
            <a:avLst/>
          </a:prstGeom>
          <a:noFill/>
          <a:ln/>
        </p:spPr>
        <p:txBody>
          <a:bodyPr wrap="square" lIns="25400" tIns="25400" rIns="25400" bIns="25400" rtlCol="0" anchor="t">
            <a:noAutofit/>
          </a:bodyPr>
          <a:lstStyle/>
          <a:p>
            <a:pPr marL="0" indent="0" algn="l">
              <a:lnSpc>
                <a:spcPct val="125000"/>
              </a:lnSpc>
              <a:buNone/>
            </a:pPr>
            <a:r>
              <a:rPr lang="en-US" sz="2500" b="1" dirty="0">
                <a:solidFill>
                  <a:srgbClr val="F5A623"/>
                </a:solidFill>
                <a:latin typeface="Montserrat" panose="00000500000000000000" pitchFamily="2" charset="0"/>
                <a:ea typeface="Arial" pitchFamily="34" charset="-122"/>
                <a:cs typeface="Arial" pitchFamily="34" charset="-120"/>
              </a:rPr>
              <a:t>→</a:t>
            </a:r>
            <a:endParaRPr lang="en-US" sz="2500" b="1" dirty="0">
              <a:latin typeface="Montserrat" panose="00000500000000000000" pitchFamily="2" charset="0"/>
            </a:endParaRPr>
          </a:p>
        </p:txBody>
      </p:sp>
      <p:sp>
        <p:nvSpPr>
          <p:cNvPr id="12" name="Text 10"/>
          <p:cNvSpPr/>
          <p:nvPr/>
        </p:nvSpPr>
        <p:spPr>
          <a:xfrm>
            <a:off x="1060241" y="3581291"/>
            <a:ext cx="3061703" cy="836744"/>
          </a:xfrm>
          <a:prstGeom prst="rect">
            <a:avLst/>
          </a:prstGeom>
          <a:noFill/>
          <a:ln/>
        </p:spPr>
        <p:txBody>
          <a:bodyPr wrap="square" lIns="25400" tIns="25400" rIns="25400" bIns="25400" rtlCol="0" anchor="t">
            <a:noAutofit/>
          </a:bodyPr>
          <a:lstStyle/>
          <a:p>
            <a:pPr marL="0" indent="0" algn="l">
              <a:lnSpc>
                <a:spcPct val="132000"/>
              </a:lnSpc>
              <a:buNone/>
            </a:pPr>
            <a:r>
              <a:rPr lang="en-US" b="1" dirty="0">
                <a:solidFill>
                  <a:srgbClr val="1A1A1A"/>
                </a:solidFill>
                <a:latin typeface="Montserrat" panose="00000500000000000000" pitchFamily="2" charset="0"/>
                <a:ea typeface="Arial" pitchFamily="34" charset="-122"/>
                <a:cs typeface="Arial" pitchFamily="34" charset="-120"/>
              </a:rPr>
              <a:t>Asset profile </a:t>
            </a:r>
            <a:r>
              <a:rPr lang="en-US" dirty="0">
                <a:solidFill>
                  <a:srgbClr val="5A5A5A"/>
                </a:solidFill>
                <a:latin typeface="Montserrat" panose="00000500000000000000" pitchFamily="2" charset="0"/>
                <a:ea typeface="Arial" pitchFamily="34" charset="-122"/>
                <a:cs typeface="Arial" pitchFamily="34" charset="-120"/>
              </a:rPr>
              <a:t>- one authoritative, structured profile per asset</a:t>
            </a:r>
            <a:endParaRPr lang="en-US" dirty="0">
              <a:latin typeface="Montserrat" panose="00000500000000000000" pitchFamily="2" charset="0"/>
            </a:endParaRPr>
          </a:p>
        </p:txBody>
      </p:sp>
      <p:sp>
        <p:nvSpPr>
          <p:cNvPr id="13" name="Text 11"/>
          <p:cNvSpPr/>
          <p:nvPr/>
        </p:nvSpPr>
        <p:spPr>
          <a:xfrm>
            <a:off x="784356" y="5504666"/>
            <a:ext cx="266731" cy="276237"/>
          </a:xfrm>
          <a:prstGeom prst="rect">
            <a:avLst/>
          </a:prstGeom>
          <a:noFill/>
          <a:ln/>
        </p:spPr>
        <p:txBody>
          <a:bodyPr wrap="square" lIns="25400" tIns="25400" rIns="25400" bIns="25400" rtlCol="0" anchor="t">
            <a:noAutofit/>
          </a:bodyPr>
          <a:lstStyle/>
          <a:p>
            <a:pPr marL="0" indent="0" algn="l">
              <a:lnSpc>
                <a:spcPct val="125000"/>
              </a:lnSpc>
              <a:buNone/>
            </a:pPr>
            <a:r>
              <a:rPr lang="en-US" sz="2500" b="1" dirty="0">
                <a:solidFill>
                  <a:srgbClr val="F5A623"/>
                </a:solidFill>
                <a:latin typeface="Montserrat" panose="00000500000000000000" pitchFamily="2" charset="0"/>
                <a:ea typeface="Arial" pitchFamily="34" charset="-122"/>
                <a:cs typeface="Arial" pitchFamily="34" charset="-120"/>
              </a:rPr>
              <a:t>→</a:t>
            </a:r>
            <a:endParaRPr lang="en-US" sz="2500" b="1" dirty="0">
              <a:latin typeface="Montserrat" panose="00000500000000000000" pitchFamily="2" charset="0"/>
            </a:endParaRPr>
          </a:p>
        </p:txBody>
      </p:sp>
      <p:sp>
        <p:nvSpPr>
          <p:cNvPr id="14" name="Text 12"/>
          <p:cNvSpPr/>
          <p:nvPr/>
        </p:nvSpPr>
        <p:spPr>
          <a:xfrm>
            <a:off x="1060241" y="4908903"/>
            <a:ext cx="3061703" cy="836744"/>
          </a:xfrm>
          <a:prstGeom prst="rect">
            <a:avLst/>
          </a:prstGeom>
          <a:noFill/>
          <a:ln/>
        </p:spPr>
        <p:txBody>
          <a:bodyPr wrap="square" lIns="25400" tIns="25400" rIns="25400" bIns="25400" rtlCol="0" anchor="t">
            <a:noAutofit/>
          </a:bodyPr>
          <a:lstStyle/>
          <a:p>
            <a:pPr marL="0" indent="0" algn="l">
              <a:lnSpc>
                <a:spcPct val="132000"/>
              </a:lnSpc>
              <a:buNone/>
            </a:pPr>
            <a:r>
              <a:rPr lang="en-US" b="1" dirty="0">
                <a:solidFill>
                  <a:srgbClr val="1A1A1A"/>
                </a:solidFill>
                <a:latin typeface="Montserrat" panose="00000500000000000000" pitchFamily="2" charset="0"/>
                <a:ea typeface="Arial" pitchFamily="34" charset="-122"/>
                <a:cs typeface="Arial" pitchFamily="34" charset="-120"/>
              </a:rPr>
              <a:t>Asset onboarding </a:t>
            </a:r>
            <a:r>
              <a:rPr lang="en-US" dirty="0">
                <a:solidFill>
                  <a:srgbClr val="5A5A5A"/>
                </a:solidFill>
                <a:latin typeface="Montserrat" panose="00000500000000000000" pitchFamily="2" charset="0"/>
                <a:ea typeface="Arial" pitchFamily="34" charset="-122"/>
                <a:cs typeface="Arial" pitchFamily="34" charset="-120"/>
              </a:rPr>
              <a:t>- standardise intake so data is usable from day one</a:t>
            </a:r>
            <a:endParaRPr lang="en-US" dirty="0">
              <a:latin typeface="Montserrat" panose="00000500000000000000" pitchFamily="2" charset="0"/>
            </a:endParaRPr>
          </a:p>
        </p:txBody>
      </p:sp>
      <p:sp>
        <p:nvSpPr>
          <p:cNvPr id="15" name="Text 13"/>
          <p:cNvSpPr/>
          <p:nvPr/>
        </p:nvSpPr>
        <p:spPr>
          <a:xfrm>
            <a:off x="783979" y="6782444"/>
            <a:ext cx="266731" cy="276237"/>
          </a:xfrm>
          <a:prstGeom prst="rect">
            <a:avLst/>
          </a:prstGeom>
          <a:noFill/>
          <a:ln/>
        </p:spPr>
        <p:txBody>
          <a:bodyPr wrap="square" lIns="25400" tIns="25400" rIns="25400" bIns="25400" rtlCol="0" anchor="t">
            <a:noAutofit/>
          </a:bodyPr>
          <a:lstStyle/>
          <a:p>
            <a:pPr marL="0" indent="0" algn="l">
              <a:lnSpc>
                <a:spcPct val="125000"/>
              </a:lnSpc>
              <a:buNone/>
            </a:pPr>
            <a:r>
              <a:rPr lang="en-US" sz="2500" b="1" dirty="0">
                <a:solidFill>
                  <a:srgbClr val="F5A623"/>
                </a:solidFill>
                <a:latin typeface="Montserrat" panose="00000500000000000000" pitchFamily="2" charset="0"/>
                <a:ea typeface="Arial" pitchFamily="34" charset="-122"/>
                <a:cs typeface="Arial" pitchFamily="34" charset="-120"/>
              </a:rPr>
              <a:t>→</a:t>
            </a:r>
            <a:endParaRPr lang="en-US" sz="2500" b="1" dirty="0">
              <a:latin typeface="Montserrat" panose="00000500000000000000" pitchFamily="2" charset="0"/>
            </a:endParaRPr>
          </a:p>
        </p:txBody>
      </p:sp>
      <p:sp>
        <p:nvSpPr>
          <p:cNvPr id="16" name="Text 14"/>
          <p:cNvSpPr/>
          <p:nvPr/>
        </p:nvSpPr>
        <p:spPr>
          <a:xfrm>
            <a:off x="1107421" y="6551166"/>
            <a:ext cx="3039649" cy="836744"/>
          </a:xfrm>
          <a:prstGeom prst="rect">
            <a:avLst/>
          </a:prstGeom>
          <a:noFill/>
          <a:ln/>
        </p:spPr>
        <p:txBody>
          <a:bodyPr wrap="square" lIns="25400" tIns="25400" rIns="25400" bIns="25400" rtlCol="0" anchor="t">
            <a:noAutofit/>
          </a:bodyPr>
          <a:lstStyle/>
          <a:p>
            <a:pPr marL="0" indent="0" algn="l">
              <a:lnSpc>
                <a:spcPct val="132000"/>
              </a:lnSpc>
              <a:buNone/>
            </a:pPr>
            <a:r>
              <a:rPr lang="en-US" b="1" dirty="0">
                <a:solidFill>
                  <a:srgbClr val="1A1A1A"/>
                </a:solidFill>
                <a:latin typeface="Montserrat" panose="00000500000000000000" pitchFamily="2" charset="0"/>
                <a:ea typeface="Arial" pitchFamily="34" charset="-122"/>
                <a:cs typeface="Arial" pitchFamily="34" charset="-120"/>
              </a:rPr>
              <a:t>Diligence retention </a:t>
            </a:r>
            <a:r>
              <a:rPr lang="en-US" dirty="0">
                <a:solidFill>
                  <a:srgbClr val="5A5A5A"/>
                </a:solidFill>
                <a:latin typeface="Montserrat" panose="00000500000000000000" pitchFamily="2" charset="0"/>
                <a:ea typeface="Arial" pitchFamily="34" charset="-122"/>
                <a:cs typeface="Arial" pitchFamily="34" charset="-120"/>
              </a:rPr>
              <a:t>- carry diligence knowledge beyond the deal</a:t>
            </a:r>
            <a:endParaRPr lang="en-US" dirty="0">
              <a:latin typeface="Montserrat" panose="00000500000000000000" pitchFamily="2" charset="0"/>
            </a:endParaRPr>
          </a:p>
        </p:txBody>
      </p:sp>
      <p:sp>
        <p:nvSpPr>
          <p:cNvPr id="17" name="Text 15"/>
          <p:cNvSpPr/>
          <p:nvPr/>
        </p:nvSpPr>
        <p:spPr>
          <a:xfrm>
            <a:off x="4272152" y="2184804"/>
            <a:ext cx="613666" cy="323784"/>
          </a:xfrm>
          <a:prstGeom prst="rect">
            <a:avLst/>
          </a:prstGeom>
          <a:noFill/>
          <a:ln/>
        </p:spPr>
        <p:txBody>
          <a:bodyPr wrap="square" lIns="25400" tIns="25400" rIns="25400" bIns="25400" rtlCol="0" anchor="t">
            <a:noAutofit/>
          </a:bodyPr>
          <a:lstStyle/>
          <a:p>
            <a:pPr marL="0" indent="0" algn="ctr">
              <a:buNone/>
            </a:pPr>
            <a:r>
              <a:rPr lang="en-US" sz="3000" b="1" dirty="0">
                <a:solidFill>
                  <a:srgbClr val="F5A623"/>
                </a:solidFill>
                <a:latin typeface="Montserrat" panose="00000500000000000000" pitchFamily="2" charset="0"/>
                <a:ea typeface="Arial" pitchFamily="34" charset="-122"/>
                <a:cs typeface="Arial" pitchFamily="34" charset="-120"/>
              </a:rPr>
              <a:t>02</a:t>
            </a:r>
            <a:endParaRPr lang="en-US" sz="3000" dirty="0">
              <a:latin typeface="Montserrat" panose="00000500000000000000" pitchFamily="2" charset="0"/>
            </a:endParaRPr>
          </a:p>
        </p:txBody>
      </p:sp>
      <p:sp>
        <p:nvSpPr>
          <p:cNvPr id="18" name="Text 16"/>
          <p:cNvSpPr/>
          <p:nvPr/>
        </p:nvSpPr>
        <p:spPr>
          <a:xfrm>
            <a:off x="4942888" y="2095210"/>
            <a:ext cx="2829449" cy="257108"/>
          </a:xfrm>
          <a:prstGeom prst="rect">
            <a:avLst/>
          </a:prstGeom>
          <a:noFill/>
          <a:ln/>
        </p:spPr>
        <p:txBody>
          <a:bodyPr wrap="square" lIns="25400" tIns="25400" rIns="25400" bIns="25400" rtlCol="0" anchor="t">
            <a:noAutofit/>
          </a:bodyPr>
          <a:lstStyle/>
          <a:p>
            <a:pPr marL="0" indent="0" algn="l">
              <a:lnSpc>
                <a:spcPct val="115000"/>
              </a:lnSpc>
              <a:buNone/>
            </a:pPr>
            <a:r>
              <a:rPr lang="en-US" b="1" kern="0" spc="22" dirty="0">
                <a:solidFill>
                  <a:srgbClr val="1A1A1A"/>
                </a:solidFill>
                <a:latin typeface="Montserrat" panose="00000500000000000000" pitchFamily="2" charset="0"/>
                <a:ea typeface="Arial" pitchFamily="34" charset="-122"/>
                <a:cs typeface="Arial" pitchFamily="34" charset="-120"/>
              </a:rPr>
              <a:t>PORTFOLIO MANAGEMENT</a:t>
            </a:r>
            <a:endParaRPr lang="en-US" dirty="0">
              <a:latin typeface="Montserrat" panose="00000500000000000000" pitchFamily="2" charset="0"/>
            </a:endParaRPr>
          </a:p>
        </p:txBody>
      </p:sp>
      <p:sp>
        <p:nvSpPr>
          <p:cNvPr id="19" name="Shape 17"/>
          <p:cNvSpPr/>
          <p:nvPr/>
        </p:nvSpPr>
        <p:spPr>
          <a:xfrm>
            <a:off x="4334918" y="2977313"/>
            <a:ext cx="2604362" cy="87604"/>
          </a:xfrm>
          <a:prstGeom prst="rect">
            <a:avLst/>
          </a:prstGeom>
          <a:solidFill>
            <a:srgbClr val="F5A623"/>
          </a:solidFill>
          <a:ln/>
        </p:spPr>
        <p:txBody>
          <a:bodyPr/>
          <a:lstStyle/>
          <a:p>
            <a:endParaRPr lang="en-IN">
              <a:latin typeface="Montserrat" panose="00000500000000000000" pitchFamily="2" charset="0"/>
            </a:endParaRPr>
          </a:p>
        </p:txBody>
      </p:sp>
      <p:sp>
        <p:nvSpPr>
          <p:cNvPr id="20" name="Text 18"/>
          <p:cNvSpPr/>
          <p:nvPr/>
        </p:nvSpPr>
        <p:spPr>
          <a:xfrm>
            <a:off x="4304503" y="4021511"/>
            <a:ext cx="266731" cy="276237"/>
          </a:xfrm>
          <a:prstGeom prst="rect">
            <a:avLst/>
          </a:prstGeom>
          <a:noFill/>
          <a:ln/>
        </p:spPr>
        <p:txBody>
          <a:bodyPr wrap="square" lIns="25400" tIns="25400" rIns="25400" bIns="25400" rtlCol="0" anchor="t">
            <a:noAutofit/>
          </a:bodyPr>
          <a:lstStyle/>
          <a:p>
            <a:pPr marL="0" indent="0" algn="l">
              <a:lnSpc>
                <a:spcPct val="125000"/>
              </a:lnSpc>
              <a:buNone/>
            </a:pPr>
            <a:r>
              <a:rPr lang="en-US" sz="2500" b="1" dirty="0">
                <a:solidFill>
                  <a:srgbClr val="F5A623"/>
                </a:solidFill>
                <a:latin typeface="Montserrat" panose="00000500000000000000" pitchFamily="2" charset="0"/>
                <a:ea typeface="Arial" pitchFamily="34" charset="-122"/>
                <a:cs typeface="Arial" pitchFamily="34" charset="-120"/>
              </a:rPr>
              <a:t>→</a:t>
            </a:r>
            <a:endParaRPr lang="en-US" sz="2500" b="1" dirty="0">
              <a:latin typeface="Montserrat" panose="00000500000000000000" pitchFamily="2" charset="0"/>
            </a:endParaRPr>
          </a:p>
        </p:txBody>
      </p:sp>
      <p:sp>
        <p:nvSpPr>
          <p:cNvPr id="21" name="Text 19"/>
          <p:cNvSpPr/>
          <p:nvPr/>
        </p:nvSpPr>
        <p:spPr>
          <a:xfrm>
            <a:off x="4661272" y="3731223"/>
            <a:ext cx="3061703" cy="836744"/>
          </a:xfrm>
          <a:prstGeom prst="rect">
            <a:avLst/>
          </a:prstGeom>
          <a:noFill/>
          <a:ln/>
        </p:spPr>
        <p:txBody>
          <a:bodyPr wrap="square" lIns="25400" tIns="25400" rIns="25400" bIns="25400" rtlCol="0" anchor="t">
            <a:noAutofit/>
          </a:bodyPr>
          <a:lstStyle/>
          <a:p>
            <a:pPr marL="0" indent="0" algn="l">
              <a:lnSpc>
                <a:spcPct val="132000"/>
              </a:lnSpc>
              <a:buNone/>
            </a:pPr>
            <a:r>
              <a:rPr lang="en-US" b="1" dirty="0">
                <a:solidFill>
                  <a:srgbClr val="1A1A1A"/>
                </a:solidFill>
                <a:latin typeface="Montserrat" panose="00000500000000000000" pitchFamily="2" charset="0"/>
                <a:ea typeface="Arial" pitchFamily="34" charset="-122"/>
                <a:cs typeface="Arial" pitchFamily="34" charset="-120"/>
              </a:rPr>
              <a:t>Follow-on decisions </a:t>
            </a:r>
            <a:r>
              <a:rPr lang="en-US" dirty="0">
                <a:solidFill>
                  <a:srgbClr val="5A5A5A"/>
                </a:solidFill>
                <a:latin typeface="Montserrat" panose="00000500000000000000" pitchFamily="2" charset="0"/>
                <a:ea typeface="Arial" pitchFamily="34" charset="-122"/>
                <a:cs typeface="Arial" pitchFamily="34" charset="-120"/>
              </a:rPr>
              <a:t>- supported by connected, current views</a:t>
            </a:r>
            <a:endParaRPr lang="en-US" dirty="0">
              <a:latin typeface="Montserrat" panose="00000500000000000000" pitchFamily="2" charset="0"/>
            </a:endParaRPr>
          </a:p>
        </p:txBody>
      </p:sp>
      <p:sp>
        <p:nvSpPr>
          <p:cNvPr id="22" name="Text 20"/>
          <p:cNvSpPr/>
          <p:nvPr/>
        </p:nvSpPr>
        <p:spPr>
          <a:xfrm>
            <a:off x="4293341" y="5358170"/>
            <a:ext cx="266731" cy="276237"/>
          </a:xfrm>
          <a:prstGeom prst="rect">
            <a:avLst/>
          </a:prstGeom>
          <a:noFill/>
          <a:ln/>
        </p:spPr>
        <p:txBody>
          <a:bodyPr wrap="square" lIns="25400" tIns="25400" rIns="25400" bIns="25400" rtlCol="0" anchor="t">
            <a:noAutofit/>
          </a:bodyPr>
          <a:lstStyle/>
          <a:p>
            <a:pPr marL="0" indent="0" algn="l">
              <a:lnSpc>
                <a:spcPct val="125000"/>
              </a:lnSpc>
              <a:buNone/>
            </a:pPr>
            <a:r>
              <a:rPr lang="en-US" sz="2500" b="1" dirty="0">
                <a:solidFill>
                  <a:srgbClr val="F5A623"/>
                </a:solidFill>
                <a:latin typeface="Montserrat" panose="00000500000000000000" pitchFamily="2" charset="0"/>
                <a:ea typeface="Arial" pitchFamily="34" charset="-122"/>
                <a:cs typeface="Arial" pitchFamily="34" charset="-120"/>
              </a:rPr>
              <a:t>→</a:t>
            </a:r>
            <a:endParaRPr lang="en-US" sz="2500" b="1" dirty="0">
              <a:latin typeface="Montserrat" panose="00000500000000000000" pitchFamily="2" charset="0"/>
            </a:endParaRPr>
          </a:p>
        </p:txBody>
      </p:sp>
      <p:sp>
        <p:nvSpPr>
          <p:cNvPr id="23" name="Text 21"/>
          <p:cNvSpPr/>
          <p:nvPr/>
        </p:nvSpPr>
        <p:spPr>
          <a:xfrm>
            <a:off x="4672702" y="5105863"/>
            <a:ext cx="3061703" cy="836744"/>
          </a:xfrm>
          <a:prstGeom prst="rect">
            <a:avLst/>
          </a:prstGeom>
          <a:noFill/>
          <a:ln/>
        </p:spPr>
        <p:txBody>
          <a:bodyPr wrap="square" lIns="25400" tIns="25400" rIns="25400" bIns="25400" rtlCol="0" anchor="t">
            <a:noAutofit/>
          </a:bodyPr>
          <a:lstStyle/>
          <a:p>
            <a:pPr marL="0" indent="0" algn="l">
              <a:lnSpc>
                <a:spcPct val="132000"/>
              </a:lnSpc>
              <a:buNone/>
            </a:pPr>
            <a:r>
              <a:rPr lang="en-US" b="1" dirty="0">
                <a:solidFill>
                  <a:srgbClr val="1A1A1A"/>
                </a:solidFill>
                <a:latin typeface="Montserrat" panose="00000500000000000000" pitchFamily="2" charset="0"/>
                <a:ea typeface="Arial" pitchFamily="34" charset="-122"/>
                <a:cs typeface="Arial" pitchFamily="34" charset="-120"/>
              </a:rPr>
              <a:t>Construction signals </a:t>
            </a:r>
            <a:r>
              <a:rPr lang="en-US" dirty="0">
                <a:solidFill>
                  <a:srgbClr val="5A5A5A"/>
                </a:solidFill>
                <a:latin typeface="Montserrat" panose="00000500000000000000" pitchFamily="2" charset="0"/>
                <a:ea typeface="Arial" pitchFamily="34" charset="-122"/>
                <a:cs typeface="Arial" pitchFamily="34" charset="-120"/>
              </a:rPr>
              <a:t>- fund-level signals surfaced as they form</a:t>
            </a:r>
            <a:endParaRPr lang="en-US" dirty="0">
              <a:latin typeface="Montserrat" panose="00000500000000000000" pitchFamily="2" charset="0"/>
            </a:endParaRPr>
          </a:p>
        </p:txBody>
      </p:sp>
      <p:sp>
        <p:nvSpPr>
          <p:cNvPr id="24" name="Text 22"/>
          <p:cNvSpPr/>
          <p:nvPr/>
        </p:nvSpPr>
        <p:spPr>
          <a:xfrm>
            <a:off x="7809124" y="2191270"/>
            <a:ext cx="632675" cy="210720"/>
          </a:xfrm>
          <a:prstGeom prst="rect">
            <a:avLst/>
          </a:prstGeom>
          <a:noFill/>
          <a:ln/>
        </p:spPr>
        <p:txBody>
          <a:bodyPr wrap="square" lIns="25400" tIns="25400" rIns="25400" bIns="25400" rtlCol="0" anchor="t">
            <a:noAutofit/>
          </a:bodyPr>
          <a:lstStyle/>
          <a:p>
            <a:pPr marL="0" indent="0" algn="ctr">
              <a:buNone/>
            </a:pPr>
            <a:r>
              <a:rPr lang="en-US" sz="3000" b="1" dirty="0">
                <a:solidFill>
                  <a:srgbClr val="F5A623"/>
                </a:solidFill>
                <a:latin typeface="Montserrat" panose="00000500000000000000" pitchFamily="2" charset="0"/>
                <a:ea typeface="Arial" pitchFamily="34" charset="-122"/>
                <a:cs typeface="Arial" pitchFamily="34" charset="-120"/>
              </a:rPr>
              <a:t>03</a:t>
            </a:r>
            <a:endParaRPr lang="en-US" sz="3000" dirty="0">
              <a:latin typeface="Montserrat" panose="00000500000000000000" pitchFamily="2" charset="0"/>
            </a:endParaRPr>
          </a:p>
        </p:txBody>
      </p:sp>
      <p:sp>
        <p:nvSpPr>
          <p:cNvPr id="25" name="Text 23"/>
          <p:cNvSpPr/>
          <p:nvPr/>
        </p:nvSpPr>
        <p:spPr>
          <a:xfrm>
            <a:off x="8499197" y="2098879"/>
            <a:ext cx="2415852" cy="476115"/>
          </a:xfrm>
          <a:prstGeom prst="rect">
            <a:avLst/>
          </a:prstGeom>
          <a:noFill/>
          <a:ln/>
        </p:spPr>
        <p:txBody>
          <a:bodyPr wrap="square" lIns="25400" tIns="25400" rIns="25400" bIns="25400" rtlCol="0" anchor="t">
            <a:noAutofit/>
          </a:bodyPr>
          <a:lstStyle/>
          <a:p>
            <a:pPr marL="0" indent="0" algn="l">
              <a:lnSpc>
                <a:spcPct val="115000"/>
              </a:lnSpc>
              <a:buNone/>
            </a:pPr>
            <a:r>
              <a:rPr lang="en-US" b="1" kern="0" spc="22" dirty="0">
                <a:solidFill>
                  <a:srgbClr val="1A1A1A"/>
                </a:solidFill>
                <a:latin typeface="Montserrat" panose="00000500000000000000" pitchFamily="2" charset="0"/>
                <a:ea typeface="Arial" pitchFamily="34" charset="-122"/>
                <a:cs typeface="Arial" pitchFamily="34" charset="-120"/>
              </a:rPr>
              <a:t>LP &amp; REGULATORY REPORTING</a:t>
            </a:r>
            <a:endParaRPr lang="en-US" dirty="0">
              <a:latin typeface="Montserrat" panose="00000500000000000000" pitchFamily="2" charset="0"/>
            </a:endParaRPr>
          </a:p>
        </p:txBody>
      </p:sp>
      <p:sp>
        <p:nvSpPr>
          <p:cNvPr id="26" name="Shape 24"/>
          <p:cNvSpPr/>
          <p:nvPr/>
        </p:nvSpPr>
        <p:spPr>
          <a:xfrm>
            <a:off x="7870556" y="2981269"/>
            <a:ext cx="2604362" cy="87604"/>
          </a:xfrm>
          <a:prstGeom prst="rect">
            <a:avLst/>
          </a:prstGeom>
          <a:solidFill>
            <a:srgbClr val="F5A623"/>
          </a:solidFill>
          <a:ln/>
        </p:spPr>
        <p:txBody>
          <a:bodyPr/>
          <a:lstStyle/>
          <a:p>
            <a:endParaRPr lang="en-IN">
              <a:latin typeface="Montserrat" panose="00000500000000000000" pitchFamily="2" charset="0"/>
            </a:endParaRPr>
          </a:p>
        </p:txBody>
      </p:sp>
      <p:sp>
        <p:nvSpPr>
          <p:cNvPr id="27" name="Text 25"/>
          <p:cNvSpPr/>
          <p:nvPr/>
        </p:nvSpPr>
        <p:spPr>
          <a:xfrm>
            <a:off x="7824275" y="4021511"/>
            <a:ext cx="266731" cy="276237"/>
          </a:xfrm>
          <a:prstGeom prst="rect">
            <a:avLst/>
          </a:prstGeom>
          <a:noFill/>
          <a:ln/>
        </p:spPr>
        <p:txBody>
          <a:bodyPr wrap="square" lIns="25400" tIns="25400" rIns="25400" bIns="25400" rtlCol="0" anchor="t">
            <a:noAutofit/>
          </a:bodyPr>
          <a:lstStyle/>
          <a:p>
            <a:pPr marL="0" indent="0" algn="l">
              <a:lnSpc>
                <a:spcPct val="125000"/>
              </a:lnSpc>
              <a:buNone/>
            </a:pPr>
            <a:r>
              <a:rPr lang="en-US" sz="2500" b="1" dirty="0">
                <a:solidFill>
                  <a:srgbClr val="F5A623"/>
                </a:solidFill>
                <a:latin typeface="Montserrat" panose="00000500000000000000" pitchFamily="2" charset="0"/>
                <a:ea typeface="Arial" pitchFamily="34" charset="-122"/>
                <a:cs typeface="Arial" pitchFamily="34" charset="-120"/>
              </a:rPr>
              <a:t>→</a:t>
            </a:r>
            <a:endParaRPr lang="en-US" sz="2500" b="1" dirty="0">
              <a:latin typeface="Montserrat" panose="00000500000000000000" pitchFamily="2" charset="0"/>
            </a:endParaRPr>
          </a:p>
        </p:txBody>
      </p:sp>
      <p:sp>
        <p:nvSpPr>
          <p:cNvPr id="28" name="Text 26"/>
          <p:cNvSpPr/>
          <p:nvPr/>
        </p:nvSpPr>
        <p:spPr>
          <a:xfrm>
            <a:off x="8224840" y="3846959"/>
            <a:ext cx="3061815" cy="572848"/>
          </a:xfrm>
          <a:prstGeom prst="rect">
            <a:avLst/>
          </a:prstGeom>
          <a:noFill/>
          <a:ln/>
        </p:spPr>
        <p:txBody>
          <a:bodyPr wrap="square" lIns="25400" tIns="25400" rIns="25400" bIns="25400" rtlCol="0" anchor="t">
            <a:noAutofit/>
          </a:bodyPr>
          <a:lstStyle/>
          <a:p>
            <a:pPr marL="0" indent="0" algn="l">
              <a:lnSpc>
                <a:spcPct val="132000"/>
              </a:lnSpc>
              <a:buNone/>
            </a:pPr>
            <a:r>
              <a:rPr lang="en-US" b="1" dirty="0">
                <a:solidFill>
                  <a:srgbClr val="1A1A1A"/>
                </a:solidFill>
                <a:latin typeface="Montserrat" panose="00000500000000000000" pitchFamily="2" charset="0"/>
                <a:ea typeface="Arial" pitchFamily="34" charset="-122"/>
                <a:cs typeface="Arial" pitchFamily="34" charset="-120"/>
              </a:rPr>
              <a:t>LP reporting </a:t>
            </a:r>
            <a:r>
              <a:rPr lang="en-US" dirty="0">
                <a:solidFill>
                  <a:srgbClr val="5A5A5A"/>
                </a:solidFill>
                <a:latin typeface="Montserrat" panose="00000500000000000000" pitchFamily="2" charset="0"/>
                <a:ea typeface="Arial" pitchFamily="34" charset="-122"/>
                <a:cs typeface="Arial" pitchFamily="34" charset="-120"/>
              </a:rPr>
              <a:t>- a governed, repeatable production model</a:t>
            </a:r>
            <a:endParaRPr lang="en-US" dirty="0">
              <a:latin typeface="Montserrat" panose="00000500000000000000" pitchFamily="2" charset="0"/>
            </a:endParaRPr>
          </a:p>
        </p:txBody>
      </p:sp>
      <p:sp>
        <p:nvSpPr>
          <p:cNvPr id="29" name="Text 27"/>
          <p:cNvSpPr/>
          <p:nvPr/>
        </p:nvSpPr>
        <p:spPr>
          <a:xfrm>
            <a:off x="7824275" y="5238567"/>
            <a:ext cx="266731" cy="276237"/>
          </a:xfrm>
          <a:prstGeom prst="rect">
            <a:avLst/>
          </a:prstGeom>
          <a:noFill/>
          <a:ln/>
        </p:spPr>
        <p:txBody>
          <a:bodyPr wrap="square" lIns="25400" tIns="25400" rIns="25400" bIns="25400" rtlCol="0" anchor="t">
            <a:noAutofit/>
          </a:bodyPr>
          <a:lstStyle/>
          <a:p>
            <a:pPr marL="0" indent="0" algn="l">
              <a:lnSpc>
                <a:spcPct val="125000"/>
              </a:lnSpc>
              <a:buNone/>
            </a:pPr>
            <a:r>
              <a:rPr lang="en-US" sz="2500" b="1" dirty="0">
                <a:solidFill>
                  <a:srgbClr val="F5A623"/>
                </a:solidFill>
                <a:latin typeface="Montserrat" panose="00000500000000000000" pitchFamily="2" charset="0"/>
                <a:ea typeface="Arial" pitchFamily="34" charset="-122"/>
                <a:cs typeface="Arial" pitchFamily="34" charset="-120"/>
              </a:rPr>
              <a:t>→</a:t>
            </a:r>
            <a:endParaRPr lang="en-US" sz="2500" b="1" dirty="0">
              <a:latin typeface="Montserrat" panose="00000500000000000000" pitchFamily="2" charset="0"/>
            </a:endParaRPr>
          </a:p>
        </p:txBody>
      </p:sp>
      <p:sp>
        <p:nvSpPr>
          <p:cNvPr id="30" name="Text 28"/>
          <p:cNvSpPr/>
          <p:nvPr/>
        </p:nvSpPr>
        <p:spPr>
          <a:xfrm>
            <a:off x="8193040" y="5199911"/>
            <a:ext cx="3061815" cy="572848"/>
          </a:xfrm>
          <a:prstGeom prst="rect">
            <a:avLst/>
          </a:prstGeom>
          <a:noFill/>
          <a:ln/>
        </p:spPr>
        <p:txBody>
          <a:bodyPr wrap="square" lIns="25400" tIns="25400" rIns="25400" bIns="25400" rtlCol="0" anchor="t">
            <a:noAutofit/>
          </a:bodyPr>
          <a:lstStyle/>
          <a:p>
            <a:pPr marL="0" indent="0" algn="l">
              <a:lnSpc>
                <a:spcPct val="132000"/>
              </a:lnSpc>
              <a:buNone/>
            </a:pPr>
            <a:r>
              <a:rPr lang="en-US" b="1" dirty="0">
                <a:solidFill>
                  <a:srgbClr val="1A1A1A"/>
                </a:solidFill>
                <a:latin typeface="Montserrat" panose="00000500000000000000" pitchFamily="2" charset="0"/>
                <a:ea typeface="Arial" pitchFamily="34" charset="-122"/>
                <a:cs typeface="Arial" pitchFamily="34" charset="-120"/>
              </a:rPr>
              <a:t>LP queries </a:t>
            </a:r>
            <a:r>
              <a:rPr lang="en-US" dirty="0">
                <a:solidFill>
                  <a:srgbClr val="5A5A5A"/>
                </a:solidFill>
                <a:latin typeface="Montserrat" panose="00000500000000000000" pitchFamily="2" charset="0"/>
                <a:ea typeface="Arial" pitchFamily="34" charset="-122"/>
                <a:cs typeface="Arial" pitchFamily="34" charset="-120"/>
              </a:rPr>
              <a:t>- faster, self-serve responses</a:t>
            </a:r>
            <a:endParaRPr lang="en-US" dirty="0">
              <a:latin typeface="Montserrat" panose="00000500000000000000" pitchFamily="2" charset="0"/>
            </a:endParaRPr>
          </a:p>
        </p:txBody>
      </p:sp>
      <p:sp>
        <p:nvSpPr>
          <p:cNvPr id="31" name="Text 29"/>
          <p:cNvSpPr/>
          <p:nvPr/>
        </p:nvSpPr>
        <p:spPr>
          <a:xfrm>
            <a:off x="7843512" y="6354458"/>
            <a:ext cx="266731" cy="276237"/>
          </a:xfrm>
          <a:prstGeom prst="rect">
            <a:avLst/>
          </a:prstGeom>
          <a:noFill/>
          <a:ln/>
        </p:spPr>
        <p:txBody>
          <a:bodyPr wrap="square" lIns="25400" tIns="25400" rIns="25400" bIns="25400" rtlCol="0" anchor="t">
            <a:noAutofit/>
          </a:bodyPr>
          <a:lstStyle/>
          <a:p>
            <a:pPr marL="0" indent="0" algn="l">
              <a:lnSpc>
                <a:spcPct val="125000"/>
              </a:lnSpc>
              <a:buNone/>
            </a:pPr>
            <a:r>
              <a:rPr lang="en-US" sz="2500" b="1" dirty="0">
                <a:solidFill>
                  <a:srgbClr val="F5A623"/>
                </a:solidFill>
                <a:latin typeface="Montserrat" panose="00000500000000000000" pitchFamily="2" charset="0"/>
                <a:ea typeface="Arial" pitchFamily="34" charset="-122"/>
                <a:cs typeface="Arial" pitchFamily="34" charset="-120"/>
              </a:rPr>
              <a:t>→</a:t>
            </a:r>
            <a:endParaRPr lang="en-US" sz="2500" b="1" dirty="0">
              <a:latin typeface="Montserrat" panose="00000500000000000000" pitchFamily="2" charset="0"/>
            </a:endParaRPr>
          </a:p>
        </p:txBody>
      </p:sp>
      <p:sp>
        <p:nvSpPr>
          <p:cNvPr id="32" name="Text 30"/>
          <p:cNvSpPr/>
          <p:nvPr/>
        </p:nvSpPr>
        <p:spPr>
          <a:xfrm>
            <a:off x="8205829" y="6162109"/>
            <a:ext cx="3061815" cy="836744"/>
          </a:xfrm>
          <a:prstGeom prst="rect">
            <a:avLst/>
          </a:prstGeom>
          <a:noFill/>
          <a:ln/>
        </p:spPr>
        <p:txBody>
          <a:bodyPr wrap="square" lIns="25400" tIns="25400" rIns="25400" bIns="25400" rtlCol="0" anchor="t">
            <a:noAutofit/>
          </a:bodyPr>
          <a:lstStyle/>
          <a:p>
            <a:pPr marL="0" indent="0" algn="l">
              <a:lnSpc>
                <a:spcPct val="132000"/>
              </a:lnSpc>
              <a:buNone/>
            </a:pPr>
            <a:r>
              <a:rPr lang="en-US" b="1" dirty="0">
                <a:solidFill>
                  <a:srgbClr val="1A1A1A"/>
                </a:solidFill>
                <a:latin typeface="Montserrat" panose="00000500000000000000" pitchFamily="2" charset="0"/>
                <a:ea typeface="Arial" pitchFamily="34" charset="-122"/>
                <a:cs typeface="Arial" pitchFamily="34" charset="-120"/>
              </a:rPr>
              <a:t>Regulatory reporting </a:t>
            </a:r>
            <a:r>
              <a:rPr lang="en-US" dirty="0">
                <a:solidFill>
                  <a:srgbClr val="5A5A5A"/>
                </a:solidFill>
                <a:latin typeface="Montserrat" panose="00000500000000000000" pitchFamily="2" charset="0"/>
                <a:ea typeface="Arial" pitchFamily="34" charset="-122"/>
                <a:cs typeface="Arial" pitchFamily="34" charset="-120"/>
              </a:rPr>
              <a:t>- auditable and re-runnable each cycle</a:t>
            </a:r>
            <a:endParaRPr lang="en-US" dirty="0">
              <a:latin typeface="Montserrat" panose="00000500000000000000" pitchFamily="2" charset="0"/>
            </a:endParaRPr>
          </a:p>
        </p:txBody>
      </p:sp>
      <p:sp>
        <p:nvSpPr>
          <p:cNvPr id="33" name="Shape 31"/>
          <p:cNvSpPr/>
          <p:nvPr/>
        </p:nvSpPr>
        <p:spPr>
          <a:xfrm>
            <a:off x="11470244" y="1995307"/>
            <a:ext cx="6017658" cy="6262048"/>
          </a:xfrm>
          <a:prstGeom prst="roundRect">
            <a:avLst>
              <a:gd name="adj" fmla="val 2533"/>
            </a:avLst>
          </a:prstGeom>
          <a:solidFill>
            <a:srgbClr val="2D2D2D"/>
          </a:solidFill>
          <a:ln/>
        </p:spPr>
        <p:txBody>
          <a:bodyPr/>
          <a:lstStyle/>
          <a:p>
            <a:endParaRPr lang="en-IN">
              <a:latin typeface="Montserrat" panose="00000500000000000000" pitchFamily="2" charset="0"/>
            </a:endParaRPr>
          </a:p>
        </p:txBody>
      </p:sp>
      <p:sp>
        <p:nvSpPr>
          <p:cNvPr id="34" name="Text 32"/>
          <p:cNvSpPr/>
          <p:nvPr/>
        </p:nvSpPr>
        <p:spPr>
          <a:xfrm>
            <a:off x="11775007" y="2319091"/>
            <a:ext cx="5948945" cy="260694"/>
          </a:xfrm>
          <a:prstGeom prst="rect">
            <a:avLst/>
          </a:prstGeom>
          <a:noFill/>
          <a:ln/>
        </p:spPr>
        <p:txBody>
          <a:bodyPr wrap="square" lIns="25400" tIns="25400" rIns="25400" bIns="25400" rtlCol="0" anchor="t">
            <a:normAutofit lnSpcReduction="10000"/>
          </a:bodyPr>
          <a:lstStyle/>
          <a:p>
            <a:pPr marL="0" indent="0" algn="l">
              <a:buNone/>
            </a:pPr>
            <a:r>
              <a:rPr lang="en-US" sz="1500" b="1" kern="0" spc="113" dirty="0">
                <a:solidFill>
                  <a:srgbClr val="F5A623"/>
                </a:solidFill>
                <a:latin typeface="Montserrat" panose="00000500000000000000" pitchFamily="2" charset="0"/>
                <a:ea typeface="Arial" pitchFamily="34" charset="-122"/>
                <a:cs typeface="Arial" pitchFamily="34" charset="-120"/>
              </a:rPr>
              <a:t>WE INTEND TO BEGIN HERE</a:t>
            </a:r>
            <a:endParaRPr lang="en-US" sz="1500" dirty="0">
              <a:latin typeface="Montserrat" panose="00000500000000000000" pitchFamily="2" charset="0"/>
            </a:endParaRPr>
          </a:p>
        </p:txBody>
      </p:sp>
      <p:sp>
        <p:nvSpPr>
          <p:cNvPr id="35" name="Shape 33"/>
          <p:cNvSpPr/>
          <p:nvPr/>
        </p:nvSpPr>
        <p:spPr>
          <a:xfrm>
            <a:off x="11775007" y="2674937"/>
            <a:ext cx="5408132" cy="19021"/>
          </a:xfrm>
          <a:prstGeom prst="rect">
            <a:avLst/>
          </a:prstGeom>
          <a:solidFill>
            <a:srgbClr val="F5A623">
              <a:alpha val="85000"/>
            </a:srgbClr>
          </a:solidFill>
          <a:ln/>
        </p:spPr>
        <p:txBody>
          <a:bodyPr/>
          <a:lstStyle/>
          <a:p>
            <a:endParaRPr lang="en-IN">
              <a:latin typeface="Montserrat" panose="00000500000000000000" pitchFamily="2" charset="0"/>
            </a:endParaRPr>
          </a:p>
        </p:txBody>
      </p:sp>
      <p:sp>
        <p:nvSpPr>
          <p:cNvPr id="36" name="Text 34"/>
          <p:cNvSpPr/>
          <p:nvPr/>
        </p:nvSpPr>
        <p:spPr>
          <a:xfrm>
            <a:off x="11775007" y="2903401"/>
            <a:ext cx="5948945" cy="34764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b="1" dirty="0">
                <a:solidFill>
                  <a:srgbClr val="FFFFFF"/>
                </a:solidFill>
                <a:latin typeface="Montserrat" panose="00000500000000000000" pitchFamily="2" charset="0"/>
                <a:ea typeface="Arial" pitchFamily="34" charset="-122"/>
                <a:cs typeface="Arial" pitchFamily="34" charset="-120"/>
              </a:rPr>
              <a:t>LP &amp; Regulatory Reporting</a:t>
            </a:r>
            <a:endParaRPr lang="en-US" sz="1950" dirty="0">
              <a:latin typeface="Montserrat" panose="00000500000000000000" pitchFamily="2" charset="0"/>
            </a:endParaRPr>
          </a:p>
        </p:txBody>
      </p:sp>
      <p:sp>
        <p:nvSpPr>
          <p:cNvPr id="37" name="Text 35"/>
          <p:cNvSpPr/>
          <p:nvPr/>
        </p:nvSpPr>
        <p:spPr>
          <a:xfrm>
            <a:off x="11864381" y="3386548"/>
            <a:ext cx="285752" cy="289497"/>
          </a:xfrm>
          <a:prstGeom prst="rect">
            <a:avLst/>
          </a:prstGeom>
          <a:noFill/>
          <a:ln/>
        </p:spPr>
        <p:txBody>
          <a:bodyPr wrap="square" lIns="25400" tIns="25400" rIns="25400" bIns="25400" rtlCol="0" anchor="t">
            <a:noAutofit/>
          </a:bodyPr>
          <a:lstStyle/>
          <a:p>
            <a:pPr marL="0" indent="0" algn="l">
              <a:lnSpc>
                <a:spcPct val="120000"/>
              </a:lnSpc>
              <a:buNone/>
            </a:pPr>
            <a:r>
              <a:rPr lang="en-US" sz="3500" b="1" dirty="0">
                <a:solidFill>
                  <a:srgbClr val="F5A623"/>
                </a:solidFill>
                <a:latin typeface="Montserrat" panose="00000500000000000000" pitchFamily="2" charset="0"/>
                <a:ea typeface="Arial" pitchFamily="34" charset="-122"/>
                <a:cs typeface="Arial" pitchFamily="34" charset="-120"/>
              </a:rPr>
              <a:t>→</a:t>
            </a:r>
            <a:endParaRPr lang="en-US" sz="3500" dirty="0">
              <a:latin typeface="Montserrat" panose="00000500000000000000" pitchFamily="2" charset="0"/>
            </a:endParaRPr>
          </a:p>
        </p:txBody>
      </p:sp>
      <p:sp>
        <p:nvSpPr>
          <p:cNvPr id="38" name="Text 36"/>
          <p:cNvSpPr/>
          <p:nvPr/>
        </p:nvSpPr>
        <p:spPr>
          <a:xfrm>
            <a:off x="12365522" y="3466535"/>
            <a:ext cx="4157209" cy="347644"/>
          </a:xfrm>
          <a:prstGeom prst="rect">
            <a:avLst/>
          </a:prstGeom>
          <a:noFill/>
          <a:ln/>
        </p:spPr>
        <p:txBody>
          <a:bodyPr wrap="square" lIns="25400" tIns="25400" rIns="25400" bIns="25400" rtlCol="0" anchor="t">
            <a:noAutofit/>
          </a:bodyPr>
          <a:lstStyle/>
          <a:p>
            <a:pPr marL="0" indent="0" algn="l">
              <a:lnSpc>
                <a:spcPct val="130000"/>
              </a:lnSpc>
              <a:buNone/>
            </a:pPr>
            <a:r>
              <a:rPr lang="en-US" sz="2500" dirty="0">
                <a:solidFill>
                  <a:srgbClr val="EDEDED"/>
                </a:solidFill>
                <a:latin typeface="Montserrat" panose="00000500000000000000" pitchFamily="2" charset="0"/>
                <a:ea typeface="Arial" pitchFamily="34" charset="-122"/>
                <a:cs typeface="Arial" pitchFamily="34" charset="-120"/>
              </a:rPr>
              <a:t>Most contained scope</a:t>
            </a:r>
            <a:endParaRPr lang="en-US" sz="2500" dirty="0">
              <a:latin typeface="Montserrat" panose="00000500000000000000" pitchFamily="2" charset="0"/>
            </a:endParaRPr>
          </a:p>
        </p:txBody>
      </p:sp>
      <p:sp>
        <p:nvSpPr>
          <p:cNvPr id="39" name="Text 37"/>
          <p:cNvSpPr/>
          <p:nvPr/>
        </p:nvSpPr>
        <p:spPr>
          <a:xfrm>
            <a:off x="11864381" y="4276784"/>
            <a:ext cx="285752" cy="289497"/>
          </a:xfrm>
          <a:prstGeom prst="rect">
            <a:avLst/>
          </a:prstGeom>
          <a:noFill/>
          <a:ln/>
        </p:spPr>
        <p:txBody>
          <a:bodyPr wrap="square" lIns="25400" tIns="25400" rIns="25400" bIns="25400" rtlCol="0" anchor="t">
            <a:noAutofit/>
          </a:bodyPr>
          <a:lstStyle/>
          <a:p>
            <a:pPr marL="0" indent="0" algn="l">
              <a:lnSpc>
                <a:spcPct val="120000"/>
              </a:lnSpc>
              <a:buNone/>
            </a:pPr>
            <a:r>
              <a:rPr lang="en-US" sz="3500" b="1" dirty="0">
                <a:solidFill>
                  <a:srgbClr val="F5A623"/>
                </a:solidFill>
                <a:latin typeface="Montserrat" panose="00000500000000000000" pitchFamily="2" charset="0"/>
                <a:ea typeface="Arial" pitchFamily="34" charset="-122"/>
                <a:cs typeface="Arial" pitchFamily="34" charset="-120"/>
              </a:rPr>
              <a:t>→</a:t>
            </a:r>
            <a:endParaRPr lang="en-US" sz="3500" dirty="0">
              <a:latin typeface="Montserrat" panose="00000500000000000000" pitchFamily="2" charset="0"/>
            </a:endParaRPr>
          </a:p>
        </p:txBody>
      </p:sp>
      <p:sp>
        <p:nvSpPr>
          <p:cNvPr id="40" name="Text 38"/>
          <p:cNvSpPr/>
          <p:nvPr/>
        </p:nvSpPr>
        <p:spPr>
          <a:xfrm>
            <a:off x="12365522" y="4356770"/>
            <a:ext cx="3903209" cy="347643"/>
          </a:xfrm>
          <a:prstGeom prst="rect">
            <a:avLst/>
          </a:prstGeom>
          <a:noFill/>
          <a:ln/>
        </p:spPr>
        <p:txBody>
          <a:bodyPr wrap="square" lIns="25400" tIns="25400" rIns="25400" bIns="25400" rtlCol="0" anchor="t">
            <a:noAutofit/>
          </a:bodyPr>
          <a:lstStyle/>
          <a:p>
            <a:pPr marL="0" indent="0" algn="l">
              <a:lnSpc>
                <a:spcPct val="130000"/>
              </a:lnSpc>
              <a:buNone/>
            </a:pPr>
            <a:r>
              <a:rPr lang="en-US" sz="2500" dirty="0">
                <a:solidFill>
                  <a:srgbClr val="EDEDED"/>
                </a:solidFill>
                <a:latin typeface="Montserrat" panose="00000500000000000000" pitchFamily="2" charset="0"/>
                <a:ea typeface="Arial" pitchFamily="34" charset="-122"/>
                <a:cs typeface="Arial" pitchFamily="34" charset="-120"/>
              </a:rPr>
              <a:t>Clearest starting point</a:t>
            </a:r>
            <a:endParaRPr lang="en-US" sz="2500" dirty="0">
              <a:latin typeface="Montserrat" panose="00000500000000000000" pitchFamily="2" charset="0"/>
            </a:endParaRPr>
          </a:p>
        </p:txBody>
      </p:sp>
      <p:sp>
        <p:nvSpPr>
          <p:cNvPr id="41" name="Text 39"/>
          <p:cNvSpPr/>
          <p:nvPr/>
        </p:nvSpPr>
        <p:spPr>
          <a:xfrm>
            <a:off x="11864381" y="5414746"/>
            <a:ext cx="285752" cy="289497"/>
          </a:xfrm>
          <a:prstGeom prst="rect">
            <a:avLst/>
          </a:prstGeom>
          <a:noFill/>
          <a:ln/>
        </p:spPr>
        <p:txBody>
          <a:bodyPr wrap="square" lIns="25400" tIns="25400" rIns="25400" bIns="25400" rtlCol="0" anchor="t">
            <a:noAutofit/>
          </a:bodyPr>
          <a:lstStyle/>
          <a:p>
            <a:pPr marL="0" indent="0" algn="l">
              <a:lnSpc>
                <a:spcPct val="120000"/>
              </a:lnSpc>
              <a:buNone/>
            </a:pPr>
            <a:r>
              <a:rPr lang="en-US" sz="3500" b="1" dirty="0">
                <a:solidFill>
                  <a:srgbClr val="F5A623"/>
                </a:solidFill>
                <a:latin typeface="Montserrat" panose="00000500000000000000" pitchFamily="2" charset="0"/>
                <a:ea typeface="Arial" pitchFamily="34" charset="-122"/>
                <a:cs typeface="Arial" pitchFamily="34" charset="-120"/>
              </a:rPr>
              <a:t>→</a:t>
            </a:r>
            <a:endParaRPr lang="en-US" sz="3500" dirty="0">
              <a:latin typeface="Montserrat" panose="00000500000000000000" pitchFamily="2" charset="0"/>
            </a:endParaRPr>
          </a:p>
        </p:txBody>
      </p:sp>
      <p:sp>
        <p:nvSpPr>
          <p:cNvPr id="42" name="Text 40"/>
          <p:cNvSpPr/>
          <p:nvPr/>
        </p:nvSpPr>
        <p:spPr>
          <a:xfrm>
            <a:off x="12365522" y="5241703"/>
            <a:ext cx="4639809" cy="191679"/>
          </a:xfrm>
          <a:prstGeom prst="rect">
            <a:avLst/>
          </a:prstGeom>
          <a:noFill/>
          <a:ln/>
        </p:spPr>
        <p:txBody>
          <a:bodyPr wrap="square" lIns="25400" tIns="25400" rIns="25400" bIns="25400" rtlCol="0" anchor="t">
            <a:noAutofit/>
          </a:bodyPr>
          <a:lstStyle/>
          <a:p>
            <a:pPr marL="0" indent="0" algn="l">
              <a:lnSpc>
                <a:spcPct val="130000"/>
              </a:lnSpc>
              <a:buNone/>
            </a:pPr>
            <a:r>
              <a:rPr lang="en-US" sz="2500" dirty="0">
                <a:solidFill>
                  <a:srgbClr val="EDEDED"/>
                </a:solidFill>
                <a:latin typeface="Montserrat" panose="00000500000000000000" pitchFamily="2" charset="0"/>
                <a:ea typeface="Arial" pitchFamily="34" charset="-122"/>
                <a:cs typeface="Arial" pitchFamily="34" charset="-120"/>
              </a:rPr>
              <a:t>Fastest to demonstrate value</a:t>
            </a:r>
            <a:endParaRPr lang="en-US" sz="2500" dirty="0">
              <a:latin typeface="Montserrat" panose="00000500000000000000" pitchFamily="2" charset="0"/>
            </a:endParaRPr>
          </a:p>
        </p:txBody>
      </p:sp>
      <p:sp>
        <p:nvSpPr>
          <p:cNvPr id="43" name="Shape 41"/>
          <p:cNvSpPr/>
          <p:nvPr/>
        </p:nvSpPr>
        <p:spPr>
          <a:xfrm>
            <a:off x="11693885" y="6665913"/>
            <a:ext cx="5408132" cy="9525"/>
          </a:xfrm>
          <a:prstGeom prst="rect">
            <a:avLst/>
          </a:prstGeom>
          <a:solidFill>
            <a:srgbClr val="FFFFFF">
              <a:alpha val="18000"/>
            </a:srgbClr>
          </a:solidFill>
          <a:ln/>
        </p:spPr>
        <p:txBody>
          <a:bodyPr/>
          <a:lstStyle/>
          <a:p>
            <a:endParaRPr lang="en-IN">
              <a:latin typeface="Montserrat" panose="00000500000000000000" pitchFamily="2" charset="0"/>
            </a:endParaRPr>
          </a:p>
        </p:txBody>
      </p:sp>
      <p:sp>
        <p:nvSpPr>
          <p:cNvPr id="44" name="Text 42"/>
          <p:cNvSpPr/>
          <p:nvPr/>
        </p:nvSpPr>
        <p:spPr>
          <a:xfrm>
            <a:off x="11730912" y="6917595"/>
            <a:ext cx="5570376" cy="645670"/>
          </a:xfrm>
          <a:prstGeom prst="rect">
            <a:avLst/>
          </a:prstGeom>
          <a:noFill/>
          <a:ln/>
        </p:spPr>
        <p:txBody>
          <a:bodyPr wrap="square" lIns="25400" tIns="25400" rIns="25400" bIns="25400" rtlCol="0" anchor="t">
            <a:noAutofit/>
          </a:bodyPr>
          <a:lstStyle/>
          <a:p>
            <a:pPr marL="0" indent="0" algn="l">
              <a:lnSpc>
                <a:spcPct val="145000"/>
              </a:lnSpc>
              <a:buNone/>
            </a:pPr>
            <a:r>
              <a:rPr lang="en-US" sz="2000" dirty="0">
                <a:solidFill>
                  <a:srgbClr val="C9C9C9"/>
                </a:solidFill>
                <a:latin typeface="Montserrat" panose="00000500000000000000" pitchFamily="2" charset="0"/>
                <a:ea typeface="Arial" pitchFamily="34" charset="-122"/>
                <a:cs typeface="Arial" pitchFamily="34" charset="-120"/>
              </a:rPr>
              <a:t>The data already lives on KAI. Our work is the model around it.</a:t>
            </a:r>
            <a:endParaRPr lang="en-US" sz="2000" dirty="0">
              <a:latin typeface="Montserrat" panose="00000500000000000000" pitchFamily="2" charset="0"/>
            </a:endParaRPr>
          </a:p>
        </p:txBody>
      </p:sp>
      <p:sp>
        <p:nvSpPr>
          <p:cNvPr id="46" name="Text 44"/>
          <p:cNvSpPr/>
          <p:nvPr/>
        </p:nvSpPr>
        <p:spPr>
          <a:xfrm>
            <a:off x="1058776" y="9083898"/>
            <a:ext cx="2406216" cy="232870"/>
          </a:xfrm>
          <a:prstGeom prst="rect">
            <a:avLst/>
          </a:prstGeom>
          <a:noFill/>
          <a:ln/>
        </p:spPr>
        <p:txBody>
          <a:bodyPr wrap="none" lIns="25400" tIns="25400" rIns="25400" bIns="25400" rtlCol="0" anchor="t">
            <a:normAutofit fontScale="92500" lnSpcReduction="10000"/>
          </a:bodyPr>
          <a:lstStyle/>
          <a:p>
            <a:pPr marL="0" indent="0" algn="l">
              <a:buNone/>
            </a:pPr>
            <a:r>
              <a:rPr lang="en-US" sz="1350" b="1" kern="0" spc="113" dirty="0">
                <a:latin typeface="Montserrat" panose="00000500000000000000" pitchFamily="2" charset="0"/>
                <a:ea typeface="Arial" pitchFamily="34" charset="-122"/>
                <a:cs typeface="Arial" pitchFamily="34" charset="-120"/>
              </a:rPr>
              <a:t>EXECUTIVE TAKEAWAY</a:t>
            </a:r>
            <a:endParaRPr lang="en-US" sz="1350" dirty="0">
              <a:latin typeface="Montserrat" panose="00000500000000000000" pitchFamily="2" charset="0"/>
            </a:endParaRPr>
          </a:p>
        </p:txBody>
      </p:sp>
      <p:sp>
        <p:nvSpPr>
          <p:cNvPr id="47" name="Text 45"/>
          <p:cNvSpPr/>
          <p:nvPr/>
        </p:nvSpPr>
        <p:spPr>
          <a:xfrm>
            <a:off x="3514451" y="8805679"/>
            <a:ext cx="13558421" cy="594390"/>
          </a:xfrm>
          <a:prstGeom prst="rect">
            <a:avLst/>
          </a:prstGeom>
          <a:noFill/>
          <a:ln/>
        </p:spPr>
        <p:txBody>
          <a:bodyPr wrap="square" lIns="25400" tIns="25400" rIns="25400" bIns="25400" rtlCol="0" anchor="t">
            <a:noAutofit/>
          </a:bodyPr>
          <a:lstStyle/>
          <a:p>
            <a:pPr marL="0" indent="0" algn="l">
              <a:buNone/>
            </a:pPr>
            <a:r>
              <a:rPr lang="en-US" sz="2500" b="1" dirty="0">
                <a:solidFill>
                  <a:srgbClr val="1A1A1A"/>
                </a:solidFill>
                <a:latin typeface="Montserrat" panose="00000500000000000000" pitchFamily="2" charset="0"/>
                <a:ea typeface="Arial" pitchFamily="34" charset="-122"/>
                <a:cs typeface="Arial" pitchFamily="34" charset="-120"/>
              </a:rPr>
              <a:t>Same data, three domains – we start where it proves value fastest: LP &amp; Regulatory Reporting.</a:t>
            </a:r>
            <a:endParaRPr lang="en-US" sz="2500" dirty="0">
              <a:latin typeface="Montserrat" panose="00000500000000000000" pitchFamily="2" charset="0"/>
            </a:endParaRPr>
          </a:p>
        </p:txBody>
      </p:sp>
      <p:pic>
        <p:nvPicPr>
          <p:cNvPr id="48" name="Picture 47" descr="Keppel - Global asset manager and operator creating solutions for a sustainable future">
            <a:extLst>
              <a:ext uri="{FF2B5EF4-FFF2-40B4-BE49-F238E27FC236}">
                <a16:creationId xmlns:a16="http://schemas.microsoft.com/office/drawing/2014/main" id="{0D466739-A7B0-543D-13A7-9E92314E3A66}"/>
              </a:ext>
            </a:extLst>
          </p:cNvPr>
          <p:cNvPicPr>
            <a:picLocks noChangeAspect="1"/>
          </p:cNvPicPr>
          <p:nvPr/>
        </p:nvPicPr>
        <p:blipFill>
          <a:blip r:embed="rId3"/>
          <a:stretch>
            <a:fillRect/>
          </a:stretch>
        </p:blipFill>
        <p:spPr>
          <a:xfrm>
            <a:off x="16490573" y="305729"/>
            <a:ext cx="1342563" cy="447522"/>
          </a:xfrm>
          <a:prstGeom prst="rect">
            <a:avLst/>
          </a:prstGeom>
        </p:spPr>
      </p:pic>
      <p:pic>
        <p:nvPicPr>
          <p:cNvPr id="49" name="Picture 48" descr="Contact StatusNeo: Start Your AI Journey">
            <a:extLst>
              <a:ext uri="{FF2B5EF4-FFF2-40B4-BE49-F238E27FC236}">
                <a16:creationId xmlns:a16="http://schemas.microsoft.com/office/drawing/2014/main" id="{8960E6DD-B311-9E4B-2821-26C601CD4163}"/>
              </a:ext>
            </a:extLst>
          </p:cNvPr>
          <p:cNvPicPr>
            <a:picLocks noChangeAspect="1"/>
          </p:cNvPicPr>
          <p:nvPr/>
        </p:nvPicPr>
        <p:blipFill>
          <a:blip r:embed="rId4"/>
          <a:stretch>
            <a:fillRect/>
          </a:stretch>
        </p:blipFill>
        <p:spPr>
          <a:xfrm>
            <a:off x="14352216" y="363641"/>
            <a:ext cx="1910385" cy="368433"/>
          </a:xfrm>
          <a:prstGeom prst="rect">
            <a:avLst/>
          </a:prstGeom>
        </p:spPr>
      </p:pic>
      <p:cxnSp>
        <p:nvCxnSpPr>
          <p:cNvPr id="50" name="Straight Connector 49">
            <a:extLst>
              <a:ext uri="{FF2B5EF4-FFF2-40B4-BE49-F238E27FC236}">
                <a16:creationId xmlns:a16="http://schemas.microsoft.com/office/drawing/2014/main" id="{079BEE9F-2175-AF7C-92E6-33CB635F3ED3}"/>
              </a:ext>
            </a:extLst>
          </p:cNvPr>
          <p:cNvCxnSpPr>
            <a:cxnSpLocks/>
          </p:cNvCxnSpPr>
          <p:nvPr/>
        </p:nvCxnSpPr>
        <p:spPr>
          <a:xfrm>
            <a:off x="16374935" y="363641"/>
            <a:ext cx="0" cy="407163"/>
          </a:xfrm>
          <a:prstGeom prst="lin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16836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00057" y="399631"/>
            <a:ext cx="2013349" cy="218958"/>
          </a:xfrm>
          <a:prstGeom prst="rect">
            <a:avLst/>
          </a:prstGeom>
          <a:noFill/>
          <a:ln/>
        </p:spPr>
        <p:txBody>
          <a:bodyPr wrap="square" lIns="25400" tIns="25400" rIns="25400" bIns="25400" rtlCol="0" anchor="t">
            <a:normAutofit fontScale="92500"/>
          </a:bodyPr>
          <a:lstStyle/>
          <a:p>
            <a:pPr marL="0" indent="0" algn="l">
              <a:buNone/>
            </a:pPr>
            <a:r>
              <a:rPr lang="en-US" sz="1200" b="1" kern="0" spc="225" dirty="0">
                <a:solidFill>
                  <a:srgbClr val="8B8B8B"/>
                </a:solidFill>
                <a:latin typeface="Montserrat" panose="00000500000000000000" pitchFamily="2" charset="0"/>
                <a:ea typeface="Arial" pitchFamily="34" charset="-122"/>
                <a:cs typeface="Arial" pitchFamily="34" charset="-120"/>
              </a:rPr>
              <a:t>HOW WE </a:t>
            </a:r>
            <a:r>
              <a:rPr lang="en-US" sz="1200" b="1" kern="0" spc="225">
                <a:solidFill>
                  <a:srgbClr val="8B8B8B"/>
                </a:solidFill>
                <a:latin typeface="Montserrat" panose="00000500000000000000" pitchFamily="2" charset="0"/>
                <a:ea typeface="Arial" pitchFamily="34" charset="-122"/>
                <a:cs typeface="Arial" pitchFamily="34" charset="-120"/>
              </a:rPr>
              <a:t>SHOW UP</a:t>
            </a:r>
            <a:endParaRPr lang="en-US" sz="1200" dirty="0">
              <a:latin typeface="Montserrat" panose="00000500000000000000" pitchFamily="2" charset="0"/>
            </a:endParaRPr>
          </a:p>
        </p:txBody>
      </p:sp>
      <p:sp>
        <p:nvSpPr>
          <p:cNvPr id="6" name="Text 4"/>
          <p:cNvSpPr/>
          <p:nvPr/>
        </p:nvSpPr>
        <p:spPr>
          <a:xfrm>
            <a:off x="800057" y="807322"/>
            <a:ext cx="18356629" cy="58578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3750" b="1" kern="0" spc="-37" dirty="0">
                <a:solidFill>
                  <a:srgbClr val="1A1A1A"/>
                </a:solidFill>
                <a:latin typeface="Montserrat" panose="00000500000000000000" pitchFamily="2" charset="0"/>
                <a:ea typeface="Arial" pitchFamily="34" charset="-122"/>
                <a:cs typeface="Arial" pitchFamily="34" charset="-120"/>
              </a:rPr>
              <a:t>The Team Structure </a:t>
            </a:r>
            <a:r>
              <a:rPr lang="en-US" sz="3750" b="1" kern="0" spc="-37" dirty="0" err="1">
                <a:solidFill>
                  <a:srgbClr val="1A1A1A"/>
                </a:solidFill>
                <a:latin typeface="Montserrat" panose="00000500000000000000" pitchFamily="2" charset="0"/>
                <a:ea typeface="Arial" pitchFamily="34" charset="-122"/>
                <a:cs typeface="Arial" pitchFamily="34" charset="-120"/>
              </a:rPr>
              <a:t>StatusNeo</a:t>
            </a:r>
            <a:r>
              <a:rPr lang="en-US" sz="3750" b="1" kern="0" spc="-37" dirty="0">
                <a:solidFill>
                  <a:srgbClr val="1A1A1A"/>
                </a:solidFill>
                <a:latin typeface="Montserrat" panose="00000500000000000000" pitchFamily="2" charset="0"/>
                <a:ea typeface="Arial" pitchFamily="34" charset="-122"/>
                <a:cs typeface="Arial" pitchFamily="34" charset="-120"/>
              </a:rPr>
              <a:t> proposes to Keppel</a:t>
            </a:r>
            <a:endParaRPr lang="en-US" sz="3750" dirty="0">
              <a:latin typeface="Montserrat" panose="00000500000000000000" pitchFamily="2" charset="0"/>
            </a:endParaRPr>
          </a:p>
        </p:txBody>
      </p:sp>
      <p:sp>
        <p:nvSpPr>
          <p:cNvPr id="7" name="Shape 5"/>
          <p:cNvSpPr/>
          <p:nvPr/>
        </p:nvSpPr>
        <p:spPr>
          <a:xfrm>
            <a:off x="800057" y="1738258"/>
            <a:ext cx="16687844" cy="9525"/>
          </a:xfrm>
          <a:prstGeom prst="rect">
            <a:avLst/>
          </a:prstGeom>
          <a:solidFill>
            <a:srgbClr val="E2E2E2"/>
          </a:solidFill>
          <a:ln/>
        </p:spPr>
        <p:txBody>
          <a:bodyPr/>
          <a:lstStyle/>
          <a:p>
            <a:endParaRPr lang="en-IN">
              <a:latin typeface="Montserrat" panose="00000500000000000000" pitchFamily="2" charset="0"/>
            </a:endParaRPr>
          </a:p>
        </p:txBody>
      </p:sp>
      <p:sp>
        <p:nvSpPr>
          <p:cNvPr id="8" name="Text 6"/>
          <p:cNvSpPr/>
          <p:nvPr/>
        </p:nvSpPr>
        <p:spPr>
          <a:xfrm>
            <a:off x="800057" y="2148530"/>
            <a:ext cx="5867407" cy="253738"/>
          </a:xfrm>
          <a:prstGeom prst="rect">
            <a:avLst/>
          </a:prstGeom>
          <a:noFill/>
          <a:ln/>
        </p:spPr>
        <p:txBody>
          <a:bodyPr wrap="square" lIns="25400" tIns="25400" rIns="25400" bIns="25400" rtlCol="0" anchor="t">
            <a:noAutofit/>
          </a:bodyPr>
          <a:lstStyle/>
          <a:p>
            <a:pPr marL="0" indent="0" algn="l">
              <a:buNone/>
            </a:pPr>
            <a:r>
              <a:rPr lang="en-US" sz="1600" b="1" kern="0" spc="75" dirty="0">
                <a:solidFill>
                  <a:srgbClr val="F5A623"/>
                </a:solidFill>
                <a:latin typeface="Montserrat" panose="00000500000000000000" pitchFamily="2" charset="0"/>
                <a:ea typeface="Arial" pitchFamily="34" charset="-122"/>
                <a:cs typeface="Arial" pitchFamily="34" charset="-120"/>
              </a:rPr>
              <a:t>DECISION FABRIC</a:t>
            </a:r>
            <a:endParaRPr lang="en-US" sz="1600" dirty="0">
              <a:latin typeface="Montserrat" panose="00000500000000000000" pitchFamily="2" charset="0"/>
            </a:endParaRPr>
          </a:p>
        </p:txBody>
      </p:sp>
      <p:sp>
        <p:nvSpPr>
          <p:cNvPr id="9" name="Text 7"/>
          <p:cNvSpPr/>
          <p:nvPr/>
        </p:nvSpPr>
        <p:spPr>
          <a:xfrm>
            <a:off x="781046" y="2569045"/>
            <a:ext cx="5867407" cy="260694"/>
          </a:xfrm>
          <a:prstGeom prst="rect">
            <a:avLst/>
          </a:prstGeom>
          <a:noFill/>
          <a:ln/>
        </p:spPr>
        <p:txBody>
          <a:bodyPr wrap="square" lIns="25400" tIns="25400" rIns="25400" bIns="25400" rtlCol="0" anchor="t">
            <a:noAutofit/>
          </a:bodyPr>
          <a:lstStyle/>
          <a:p>
            <a:pPr marL="0" indent="0" algn="l">
              <a:buNone/>
            </a:pPr>
            <a:r>
              <a:rPr lang="en-US" sz="1600" dirty="0">
                <a:solidFill>
                  <a:srgbClr val="8B8B8B"/>
                </a:solidFill>
                <a:latin typeface="Montserrat" panose="00000500000000000000" pitchFamily="2" charset="0"/>
                <a:ea typeface="Arial" pitchFamily="34" charset="-122"/>
                <a:cs typeface="Arial" pitchFamily="34" charset="-120"/>
              </a:rPr>
              <a:t>Functional Consulting</a:t>
            </a:r>
            <a:endParaRPr lang="en-US" sz="1600" dirty="0">
              <a:latin typeface="Montserrat" panose="00000500000000000000" pitchFamily="2" charset="0"/>
            </a:endParaRPr>
          </a:p>
        </p:txBody>
      </p:sp>
      <p:sp>
        <p:nvSpPr>
          <p:cNvPr id="10" name="Text 8"/>
          <p:cNvSpPr/>
          <p:nvPr/>
        </p:nvSpPr>
        <p:spPr>
          <a:xfrm>
            <a:off x="933422" y="3284773"/>
            <a:ext cx="425852" cy="666755"/>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950" b="1" dirty="0">
                <a:solidFill>
                  <a:srgbClr val="FFC000"/>
                </a:solidFill>
                <a:latin typeface="Montserrat" panose="00000500000000000000" pitchFamily="2" charset="0"/>
                <a:cs typeface="Arial" pitchFamily="34" charset="-120"/>
              </a:rPr>
              <a:t>1</a:t>
            </a:r>
            <a:endParaRPr lang="en-US" sz="4950" dirty="0">
              <a:solidFill>
                <a:srgbClr val="FFC000"/>
              </a:solidFill>
              <a:latin typeface="Montserrat" panose="00000500000000000000" pitchFamily="2" charset="0"/>
            </a:endParaRPr>
          </a:p>
        </p:txBody>
      </p:sp>
      <p:sp>
        <p:nvSpPr>
          <p:cNvPr id="11" name="Text 9"/>
          <p:cNvSpPr/>
          <p:nvPr/>
        </p:nvSpPr>
        <p:spPr>
          <a:xfrm>
            <a:off x="1451566" y="3169434"/>
            <a:ext cx="3612859" cy="541981"/>
          </a:xfrm>
          <a:prstGeom prst="rect">
            <a:avLst/>
          </a:prstGeom>
          <a:noFill/>
          <a:ln/>
        </p:spPr>
        <p:txBody>
          <a:bodyPr wrap="square" lIns="25400" tIns="25400" rIns="25400" bIns="25400" rtlCol="0" anchor="t">
            <a:noAutofit/>
          </a:bodyPr>
          <a:lstStyle/>
          <a:p>
            <a:pPr marL="0" indent="0" algn="l">
              <a:lnSpc>
                <a:spcPct val="115000"/>
              </a:lnSpc>
              <a:buNone/>
            </a:pPr>
            <a:r>
              <a:rPr lang="en-US" sz="2000" b="1" dirty="0">
                <a:solidFill>
                  <a:srgbClr val="1A1A1A"/>
                </a:solidFill>
                <a:latin typeface="Montserrat" panose="00000500000000000000" pitchFamily="2" charset="0"/>
                <a:ea typeface="Arial" pitchFamily="34" charset="-122"/>
                <a:cs typeface="Arial" pitchFamily="34" charset="-120"/>
              </a:rPr>
              <a:t>Functional Consultant / Product Manager</a:t>
            </a:r>
            <a:endParaRPr lang="en-US" sz="2000" dirty="0">
              <a:latin typeface="Montserrat" panose="00000500000000000000" pitchFamily="2" charset="0"/>
            </a:endParaRPr>
          </a:p>
        </p:txBody>
      </p:sp>
      <p:sp>
        <p:nvSpPr>
          <p:cNvPr id="12" name="Shape 10"/>
          <p:cNvSpPr/>
          <p:nvPr/>
        </p:nvSpPr>
        <p:spPr>
          <a:xfrm>
            <a:off x="800057" y="4248021"/>
            <a:ext cx="5334006" cy="9525"/>
          </a:xfrm>
          <a:prstGeom prst="rect">
            <a:avLst/>
          </a:prstGeom>
          <a:solidFill>
            <a:srgbClr val="E2E2E2"/>
          </a:solidFill>
          <a:ln/>
        </p:spPr>
        <p:txBody>
          <a:bodyPr/>
          <a:lstStyle/>
          <a:p>
            <a:endParaRPr lang="en-IN" sz="2000">
              <a:latin typeface="Montserrat" panose="00000500000000000000" pitchFamily="2" charset="0"/>
            </a:endParaRPr>
          </a:p>
        </p:txBody>
      </p:sp>
      <p:sp>
        <p:nvSpPr>
          <p:cNvPr id="13" name="Text 11"/>
          <p:cNvSpPr/>
          <p:nvPr/>
        </p:nvSpPr>
        <p:spPr>
          <a:xfrm>
            <a:off x="800057" y="4428879"/>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14" name="Text 12"/>
          <p:cNvSpPr/>
          <p:nvPr/>
        </p:nvSpPr>
        <p:spPr>
          <a:xfrm>
            <a:off x="1085800" y="4428879"/>
            <a:ext cx="4587543" cy="306018"/>
          </a:xfrm>
          <a:prstGeom prst="rect">
            <a:avLst/>
          </a:prstGeom>
          <a:noFill/>
          <a:ln/>
        </p:spPr>
        <p:txBody>
          <a:bodyPr wrap="square" lIns="25400" tIns="25400" rIns="25400" bIns="25400" rtlCol="0" anchor="t">
            <a:noAutofit/>
          </a:bodyPr>
          <a:lstStyle/>
          <a:p>
            <a:pPr marL="0" indent="0" algn="l">
              <a:lnSpc>
                <a:spcPct val="134000"/>
              </a:lnSpc>
              <a:buNone/>
            </a:pPr>
            <a:r>
              <a:rPr lang="en-US" sz="2000" dirty="0">
                <a:solidFill>
                  <a:srgbClr val="3A3A3A"/>
                </a:solidFill>
                <a:latin typeface="Montserrat" panose="00000500000000000000" pitchFamily="2" charset="0"/>
                <a:ea typeface="Arial" pitchFamily="34" charset="-122"/>
                <a:cs typeface="Arial" pitchFamily="34" charset="-120"/>
              </a:rPr>
              <a:t>Workflow discovery &amp; process intelligence</a:t>
            </a:r>
            <a:endParaRPr lang="en-US" sz="2000" dirty="0">
              <a:latin typeface="Montserrat" panose="00000500000000000000" pitchFamily="2" charset="0"/>
            </a:endParaRPr>
          </a:p>
        </p:txBody>
      </p:sp>
      <p:sp>
        <p:nvSpPr>
          <p:cNvPr id="15" name="Text 13"/>
          <p:cNvSpPr/>
          <p:nvPr/>
        </p:nvSpPr>
        <p:spPr>
          <a:xfrm>
            <a:off x="800057" y="5816853"/>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16" name="Text 14"/>
          <p:cNvSpPr/>
          <p:nvPr/>
        </p:nvSpPr>
        <p:spPr>
          <a:xfrm>
            <a:off x="1085800" y="5816853"/>
            <a:ext cx="5149942" cy="306018"/>
          </a:xfrm>
          <a:prstGeom prst="rect">
            <a:avLst/>
          </a:prstGeom>
          <a:noFill/>
          <a:ln/>
        </p:spPr>
        <p:txBody>
          <a:bodyPr wrap="square" lIns="25400" tIns="25400" rIns="25400" bIns="25400" rtlCol="0" anchor="t">
            <a:noAutofit/>
          </a:bodyPr>
          <a:lstStyle/>
          <a:p>
            <a:pPr marL="0" indent="0" algn="l">
              <a:lnSpc>
                <a:spcPct val="134000"/>
              </a:lnSpc>
              <a:buNone/>
            </a:pPr>
            <a:r>
              <a:rPr lang="en-US" sz="2000" dirty="0">
                <a:solidFill>
                  <a:srgbClr val="3A3A3A"/>
                </a:solidFill>
                <a:latin typeface="Montserrat" panose="00000500000000000000" pitchFamily="2" charset="0"/>
                <a:ea typeface="Arial" pitchFamily="34" charset="-122"/>
                <a:cs typeface="Arial" pitchFamily="34" charset="-120"/>
              </a:rPr>
              <a:t>Business rules design &amp; capability prioritisation</a:t>
            </a:r>
            <a:endParaRPr lang="en-US" sz="2000" dirty="0">
              <a:latin typeface="Montserrat" panose="00000500000000000000" pitchFamily="2" charset="0"/>
            </a:endParaRPr>
          </a:p>
        </p:txBody>
      </p:sp>
      <p:sp>
        <p:nvSpPr>
          <p:cNvPr id="17" name="Text 15"/>
          <p:cNvSpPr/>
          <p:nvPr/>
        </p:nvSpPr>
        <p:spPr>
          <a:xfrm>
            <a:off x="704911" y="7150759"/>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18" name="Text 16"/>
          <p:cNvSpPr/>
          <p:nvPr/>
        </p:nvSpPr>
        <p:spPr>
          <a:xfrm>
            <a:off x="990654" y="7150759"/>
            <a:ext cx="5032656" cy="306018"/>
          </a:xfrm>
          <a:prstGeom prst="rect">
            <a:avLst/>
          </a:prstGeom>
          <a:noFill/>
          <a:ln/>
        </p:spPr>
        <p:txBody>
          <a:bodyPr wrap="square" lIns="25400" tIns="25400" rIns="25400" bIns="25400" rtlCol="0" anchor="t">
            <a:noAutofit/>
          </a:bodyPr>
          <a:lstStyle/>
          <a:p>
            <a:pPr marL="0" indent="0" algn="l">
              <a:lnSpc>
                <a:spcPct val="134000"/>
              </a:lnSpc>
              <a:buNone/>
            </a:pPr>
            <a:r>
              <a:rPr lang="en-US" sz="2000" b="1" dirty="0">
                <a:solidFill>
                  <a:srgbClr val="1A1A1A"/>
                </a:solidFill>
                <a:latin typeface="Montserrat" panose="00000500000000000000" pitchFamily="2" charset="0"/>
                <a:ea typeface="Arial" pitchFamily="34" charset="-122"/>
                <a:cs typeface="Arial" pitchFamily="34" charset="-120"/>
              </a:rPr>
              <a:t>Define what KAI should do </a:t>
            </a:r>
            <a:r>
              <a:rPr lang="en-US" sz="2000" dirty="0">
                <a:solidFill>
                  <a:srgbClr val="3A3A3A"/>
                </a:solidFill>
                <a:latin typeface="Montserrat" panose="00000500000000000000" pitchFamily="2" charset="0"/>
                <a:ea typeface="Arial" pitchFamily="34" charset="-122"/>
                <a:cs typeface="Arial" pitchFamily="34" charset="-120"/>
              </a:rPr>
              <a:t>from the BRD perspective in each domain</a:t>
            </a:r>
            <a:endParaRPr lang="en-US" sz="2000" dirty="0">
              <a:latin typeface="Montserrat" panose="00000500000000000000" pitchFamily="2" charset="0"/>
            </a:endParaRPr>
          </a:p>
        </p:txBody>
      </p:sp>
      <p:sp>
        <p:nvSpPr>
          <p:cNvPr id="19" name="Text 17"/>
          <p:cNvSpPr/>
          <p:nvPr/>
        </p:nvSpPr>
        <p:spPr>
          <a:xfrm>
            <a:off x="6476868" y="2148530"/>
            <a:ext cx="5867527" cy="253738"/>
          </a:xfrm>
          <a:prstGeom prst="rect">
            <a:avLst/>
          </a:prstGeom>
          <a:noFill/>
          <a:ln/>
        </p:spPr>
        <p:txBody>
          <a:bodyPr wrap="square" lIns="25400" tIns="25400" rIns="25400" bIns="25400" rtlCol="0" anchor="t">
            <a:noAutofit/>
          </a:bodyPr>
          <a:lstStyle/>
          <a:p>
            <a:pPr marL="0" indent="0" algn="l">
              <a:buNone/>
            </a:pPr>
            <a:r>
              <a:rPr lang="en-US" sz="1600" b="1" kern="0" spc="75" dirty="0">
                <a:solidFill>
                  <a:srgbClr val="F5A623"/>
                </a:solidFill>
                <a:latin typeface="Montserrat" panose="00000500000000000000" pitchFamily="2" charset="0"/>
                <a:ea typeface="Arial" pitchFamily="34" charset="-122"/>
                <a:cs typeface="Arial" pitchFamily="34" charset="-120"/>
              </a:rPr>
              <a:t>AUTHENTIC AI</a:t>
            </a:r>
            <a:endParaRPr lang="en-US" sz="1600" dirty="0">
              <a:latin typeface="Montserrat" panose="00000500000000000000" pitchFamily="2" charset="0"/>
            </a:endParaRPr>
          </a:p>
        </p:txBody>
      </p:sp>
      <p:sp>
        <p:nvSpPr>
          <p:cNvPr id="20" name="Text 18"/>
          <p:cNvSpPr/>
          <p:nvPr/>
        </p:nvSpPr>
        <p:spPr>
          <a:xfrm>
            <a:off x="6457857" y="2569045"/>
            <a:ext cx="5867527" cy="260694"/>
          </a:xfrm>
          <a:prstGeom prst="rect">
            <a:avLst/>
          </a:prstGeom>
          <a:noFill/>
          <a:ln/>
        </p:spPr>
        <p:txBody>
          <a:bodyPr wrap="square" lIns="25400" tIns="25400" rIns="25400" bIns="25400" rtlCol="0" anchor="t">
            <a:noAutofit/>
          </a:bodyPr>
          <a:lstStyle/>
          <a:p>
            <a:pPr marL="0" indent="0" algn="l">
              <a:buNone/>
            </a:pPr>
            <a:r>
              <a:rPr lang="en-US" sz="1600" dirty="0">
                <a:solidFill>
                  <a:srgbClr val="8B8B8B"/>
                </a:solidFill>
                <a:latin typeface="Montserrat" panose="00000500000000000000" pitchFamily="2" charset="0"/>
                <a:ea typeface="Arial" pitchFamily="34" charset="-122"/>
                <a:cs typeface="Arial" pitchFamily="34" charset="-120"/>
              </a:rPr>
              <a:t>Data &amp; AI Practice</a:t>
            </a:r>
            <a:endParaRPr lang="en-US" sz="1600" dirty="0">
              <a:latin typeface="Montserrat" panose="00000500000000000000" pitchFamily="2" charset="0"/>
            </a:endParaRPr>
          </a:p>
        </p:txBody>
      </p:sp>
      <p:sp>
        <p:nvSpPr>
          <p:cNvPr id="21" name="Text 19"/>
          <p:cNvSpPr/>
          <p:nvPr/>
        </p:nvSpPr>
        <p:spPr>
          <a:xfrm>
            <a:off x="6476868" y="3207762"/>
            <a:ext cx="425852" cy="666755"/>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950" b="1" dirty="0">
                <a:solidFill>
                  <a:srgbClr val="FFC000"/>
                </a:solidFill>
                <a:latin typeface="Montserrat" panose="00000500000000000000" pitchFamily="2" charset="0"/>
                <a:cs typeface="Arial" pitchFamily="34" charset="-120"/>
              </a:rPr>
              <a:t>1</a:t>
            </a:r>
            <a:endParaRPr lang="en-US" sz="4950" dirty="0">
              <a:solidFill>
                <a:srgbClr val="FFC000"/>
              </a:solidFill>
              <a:latin typeface="Montserrat" panose="00000500000000000000" pitchFamily="2" charset="0"/>
            </a:endParaRPr>
          </a:p>
        </p:txBody>
      </p:sp>
      <p:sp>
        <p:nvSpPr>
          <p:cNvPr id="22" name="Text 20"/>
          <p:cNvSpPr/>
          <p:nvPr/>
        </p:nvSpPr>
        <p:spPr>
          <a:xfrm>
            <a:off x="6995012" y="3197878"/>
            <a:ext cx="3545988" cy="541981"/>
          </a:xfrm>
          <a:prstGeom prst="rect">
            <a:avLst/>
          </a:prstGeom>
          <a:noFill/>
          <a:ln/>
        </p:spPr>
        <p:txBody>
          <a:bodyPr wrap="square" lIns="25400" tIns="25400" rIns="25400" bIns="25400" rtlCol="0" anchor="t">
            <a:noAutofit/>
          </a:bodyPr>
          <a:lstStyle/>
          <a:p>
            <a:pPr marL="0" indent="0" algn="l">
              <a:lnSpc>
                <a:spcPct val="115000"/>
              </a:lnSpc>
              <a:buNone/>
            </a:pPr>
            <a:r>
              <a:rPr lang="en-US" sz="2000" b="1" dirty="0">
                <a:solidFill>
                  <a:srgbClr val="1A1A1A"/>
                </a:solidFill>
                <a:latin typeface="Montserrat" panose="00000500000000000000" pitchFamily="2" charset="0"/>
                <a:ea typeface="Arial" pitchFamily="34" charset="-122"/>
                <a:cs typeface="Arial" pitchFamily="34" charset="-120"/>
              </a:rPr>
              <a:t>Data Engineer / Data Architect</a:t>
            </a:r>
            <a:endParaRPr lang="en-US" sz="2000" dirty="0">
              <a:latin typeface="Montserrat" panose="00000500000000000000" pitchFamily="2" charset="0"/>
            </a:endParaRPr>
          </a:p>
        </p:txBody>
      </p:sp>
      <p:sp>
        <p:nvSpPr>
          <p:cNvPr id="23" name="Shape 21"/>
          <p:cNvSpPr/>
          <p:nvPr/>
        </p:nvSpPr>
        <p:spPr>
          <a:xfrm>
            <a:off x="6476868" y="4248021"/>
            <a:ext cx="5334115" cy="9525"/>
          </a:xfrm>
          <a:prstGeom prst="rect">
            <a:avLst/>
          </a:prstGeom>
          <a:solidFill>
            <a:srgbClr val="E2E2E2"/>
          </a:solidFill>
          <a:ln/>
        </p:spPr>
        <p:txBody>
          <a:bodyPr/>
          <a:lstStyle/>
          <a:p>
            <a:endParaRPr lang="en-IN" sz="2000">
              <a:latin typeface="Montserrat" panose="00000500000000000000" pitchFamily="2" charset="0"/>
            </a:endParaRPr>
          </a:p>
        </p:txBody>
      </p:sp>
      <p:sp>
        <p:nvSpPr>
          <p:cNvPr id="24" name="Text 22"/>
          <p:cNvSpPr/>
          <p:nvPr/>
        </p:nvSpPr>
        <p:spPr>
          <a:xfrm>
            <a:off x="6476868" y="4428879"/>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25" name="Text 23"/>
          <p:cNvSpPr/>
          <p:nvPr/>
        </p:nvSpPr>
        <p:spPr>
          <a:xfrm>
            <a:off x="6762610" y="4428879"/>
            <a:ext cx="3142810" cy="306018"/>
          </a:xfrm>
          <a:prstGeom prst="rect">
            <a:avLst/>
          </a:prstGeom>
          <a:noFill/>
          <a:ln/>
        </p:spPr>
        <p:txBody>
          <a:bodyPr wrap="square" lIns="25400" tIns="25400" rIns="25400" bIns="25400" rtlCol="0" anchor="t">
            <a:noAutofit/>
          </a:bodyPr>
          <a:lstStyle/>
          <a:p>
            <a:pPr marL="0" indent="0" algn="l">
              <a:lnSpc>
                <a:spcPct val="134000"/>
              </a:lnSpc>
              <a:buNone/>
            </a:pPr>
            <a:r>
              <a:rPr lang="en-US" sz="2000" b="1" dirty="0">
                <a:solidFill>
                  <a:srgbClr val="1A1A1A"/>
                </a:solidFill>
                <a:latin typeface="Montserrat" panose="00000500000000000000" pitchFamily="2" charset="0"/>
                <a:ea typeface="Arial" pitchFamily="34" charset="-122"/>
                <a:cs typeface="Arial" pitchFamily="34" charset="-120"/>
              </a:rPr>
              <a:t>Prepare the data for AI capabilities inside KAI</a:t>
            </a:r>
            <a:endParaRPr lang="en-US" sz="2000" dirty="0">
              <a:latin typeface="Montserrat" panose="00000500000000000000" pitchFamily="2" charset="0"/>
            </a:endParaRPr>
          </a:p>
        </p:txBody>
      </p:sp>
      <p:sp>
        <p:nvSpPr>
          <p:cNvPr id="26" name="Text 24"/>
          <p:cNvSpPr/>
          <p:nvPr/>
        </p:nvSpPr>
        <p:spPr>
          <a:xfrm>
            <a:off x="6476868" y="5816853"/>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27" name="Text 25"/>
          <p:cNvSpPr/>
          <p:nvPr/>
        </p:nvSpPr>
        <p:spPr>
          <a:xfrm>
            <a:off x="6762610" y="5614148"/>
            <a:ext cx="4469421" cy="306018"/>
          </a:xfrm>
          <a:prstGeom prst="rect">
            <a:avLst/>
          </a:prstGeom>
          <a:noFill/>
          <a:ln/>
        </p:spPr>
        <p:txBody>
          <a:bodyPr wrap="square" lIns="25400" tIns="25400" rIns="25400" bIns="25400" rtlCol="0" anchor="t">
            <a:noAutofit/>
          </a:bodyPr>
          <a:lstStyle/>
          <a:p>
            <a:pPr marL="0" indent="0" algn="l">
              <a:lnSpc>
                <a:spcPct val="134000"/>
              </a:lnSpc>
              <a:buNone/>
            </a:pPr>
            <a:r>
              <a:rPr lang="en-US" sz="2000" dirty="0">
                <a:solidFill>
                  <a:srgbClr val="3A3A3A"/>
                </a:solidFill>
                <a:latin typeface="Montserrat" panose="00000500000000000000" pitchFamily="2" charset="0"/>
                <a:ea typeface="Arial" pitchFamily="34" charset="-122"/>
                <a:cs typeface="Arial" pitchFamily="34" charset="-120"/>
              </a:rPr>
              <a:t>Governed, explainable, production-ready</a:t>
            </a:r>
            <a:endParaRPr lang="en-US" sz="2000" dirty="0">
              <a:latin typeface="Montserrat" panose="00000500000000000000" pitchFamily="2" charset="0"/>
            </a:endParaRPr>
          </a:p>
        </p:txBody>
      </p:sp>
      <p:sp>
        <p:nvSpPr>
          <p:cNvPr id="28" name="Text 26"/>
          <p:cNvSpPr/>
          <p:nvPr/>
        </p:nvSpPr>
        <p:spPr>
          <a:xfrm>
            <a:off x="6457857" y="7150759"/>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29" name="Text 27"/>
          <p:cNvSpPr/>
          <p:nvPr/>
        </p:nvSpPr>
        <p:spPr>
          <a:xfrm>
            <a:off x="6743599" y="7121591"/>
            <a:ext cx="4164279" cy="573935"/>
          </a:xfrm>
          <a:prstGeom prst="rect">
            <a:avLst/>
          </a:prstGeom>
          <a:noFill/>
          <a:ln/>
        </p:spPr>
        <p:txBody>
          <a:bodyPr wrap="square" lIns="25400" tIns="25400" rIns="25400" bIns="25400" rtlCol="0" anchor="t">
            <a:noAutofit/>
          </a:bodyPr>
          <a:lstStyle/>
          <a:p>
            <a:pPr marL="0" indent="0" algn="l">
              <a:lnSpc>
                <a:spcPct val="134000"/>
              </a:lnSpc>
              <a:buNone/>
            </a:pPr>
            <a:r>
              <a:rPr lang="en-US" sz="2000" dirty="0">
                <a:solidFill>
                  <a:srgbClr val="3A3A3A"/>
                </a:solidFill>
                <a:latin typeface="Montserrat" panose="00000500000000000000" pitchFamily="2" charset="0"/>
                <a:ea typeface="Arial" pitchFamily="34" charset="-122"/>
                <a:cs typeface="Arial" pitchFamily="34" charset="-120"/>
              </a:rPr>
              <a:t>Integrated with enterprise data &amp; rules for full traceability</a:t>
            </a:r>
            <a:endParaRPr lang="en-US" sz="2000" dirty="0">
              <a:latin typeface="Montserrat" panose="00000500000000000000" pitchFamily="2" charset="0"/>
            </a:endParaRPr>
          </a:p>
        </p:txBody>
      </p:sp>
      <p:sp>
        <p:nvSpPr>
          <p:cNvPr id="30" name="Text 28"/>
          <p:cNvSpPr/>
          <p:nvPr/>
        </p:nvSpPr>
        <p:spPr>
          <a:xfrm>
            <a:off x="12153787" y="2161230"/>
            <a:ext cx="5867527" cy="253738"/>
          </a:xfrm>
          <a:prstGeom prst="rect">
            <a:avLst/>
          </a:prstGeom>
          <a:noFill/>
          <a:ln/>
        </p:spPr>
        <p:txBody>
          <a:bodyPr wrap="square" lIns="25400" tIns="25400" rIns="25400" bIns="25400" rtlCol="0" anchor="t">
            <a:noAutofit/>
          </a:bodyPr>
          <a:lstStyle/>
          <a:p>
            <a:pPr marL="0" indent="0" algn="l">
              <a:buNone/>
            </a:pPr>
            <a:r>
              <a:rPr lang="en-US" sz="1600" b="1" kern="0" spc="75" dirty="0">
                <a:solidFill>
                  <a:srgbClr val="F5A623"/>
                </a:solidFill>
                <a:latin typeface="Montserrat" panose="00000500000000000000" pitchFamily="2" charset="0"/>
                <a:ea typeface="Arial" pitchFamily="34" charset="-122"/>
                <a:cs typeface="Arial" pitchFamily="34" charset="-120"/>
              </a:rPr>
              <a:t>EMBEDDED FDE</a:t>
            </a:r>
            <a:endParaRPr lang="en-US" sz="1600" dirty="0">
              <a:latin typeface="Montserrat" panose="00000500000000000000" pitchFamily="2" charset="0"/>
            </a:endParaRPr>
          </a:p>
        </p:txBody>
      </p:sp>
      <p:sp>
        <p:nvSpPr>
          <p:cNvPr id="31" name="Text 29"/>
          <p:cNvSpPr/>
          <p:nvPr/>
        </p:nvSpPr>
        <p:spPr>
          <a:xfrm>
            <a:off x="12134776" y="2569045"/>
            <a:ext cx="5867527" cy="260694"/>
          </a:xfrm>
          <a:prstGeom prst="rect">
            <a:avLst/>
          </a:prstGeom>
          <a:noFill/>
          <a:ln/>
        </p:spPr>
        <p:txBody>
          <a:bodyPr wrap="square" lIns="25400" tIns="25400" rIns="25400" bIns="25400" rtlCol="0" anchor="t">
            <a:noAutofit/>
          </a:bodyPr>
          <a:lstStyle/>
          <a:p>
            <a:pPr marL="0" indent="0" algn="l">
              <a:buNone/>
            </a:pPr>
            <a:r>
              <a:rPr lang="en-US" sz="1600" dirty="0">
                <a:solidFill>
                  <a:srgbClr val="8B8B8B"/>
                </a:solidFill>
                <a:latin typeface="Montserrat" panose="00000500000000000000" pitchFamily="2" charset="0"/>
                <a:ea typeface="Arial" pitchFamily="34" charset="-122"/>
                <a:cs typeface="Arial" pitchFamily="34" charset="-120"/>
              </a:rPr>
              <a:t>Inside Keppel TMS</a:t>
            </a:r>
            <a:endParaRPr lang="en-US" sz="1600" dirty="0">
              <a:latin typeface="Montserrat" panose="00000500000000000000" pitchFamily="2" charset="0"/>
            </a:endParaRPr>
          </a:p>
        </p:txBody>
      </p:sp>
      <p:sp>
        <p:nvSpPr>
          <p:cNvPr id="32" name="Text 30"/>
          <p:cNvSpPr/>
          <p:nvPr/>
        </p:nvSpPr>
        <p:spPr>
          <a:xfrm>
            <a:off x="12120895" y="3241291"/>
            <a:ext cx="425852" cy="666755"/>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950" b="1" dirty="0">
                <a:solidFill>
                  <a:srgbClr val="FFC000"/>
                </a:solidFill>
                <a:latin typeface="Montserrat" panose="00000500000000000000" pitchFamily="2" charset="0"/>
                <a:cs typeface="Arial" pitchFamily="34" charset="-120"/>
              </a:rPr>
              <a:t>1</a:t>
            </a:r>
            <a:endParaRPr lang="en-US" sz="4950" dirty="0">
              <a:solidFill>
                <a:srgbClr val="FFC000"/>
              </a:solidFill>
              <a:latin typeface="Montserrat" panose="00000500000000000000" pitchFamily="2" charset="0"/>
            </a:endParaRPr>
          </a:p>
        </p:txBody>
      </p:sp>
      <p:sp>
        <p:nvSpPr>
          <p:cNvPr id="33" name="Text 31"/>
          <p:cNvSpPr/>
          <p:nvPr/>
        </p:nvSpPr>
        <p:spPr>
          <a:xfrm>
            <a:off x="12656663" y="3377929"/>
            <a:ext cx="4831238" cy="541981"/>
          </a:xfrm>
          <a:prstGeom prst="rect">
            <a:avLst/>
          </a:prstGeom>
          <a:noFill/>
          <a:ln/>
        </p:spPr>
        <p:txBody>
          <a:bodyPr wrap="square" lIns="25400" tIns="25400" rIns="25400" bIns="25400" rtlCol="0" anchor="t">
            <a:normAutofit/>
          </a:bodyPr>
          <a:lstStyle/>
          <a:p>
            <a:pPr marL="0" indent="0" algn="l">
              <a:lnSpc>
                <a:spcPct val="115000"/>
              </a:lnSpc>
              <a:buNone/>
            </a:pPr>
            <a:r>
              <a:rPr lang="en-US" sz="2000" b="1" dirty="0">
                <a:solidFill>
                  <a:srgbClr val="1A1A1A"/>
                </a:solidFill>
                <a:latin typeface="Montserrat" panose="00000500000000000000" pitchFamily="2" charset="0"/>
                <a:ea typeface="Arial" pitchFamily="34" charset="-122"/>
                <a:cs typeface="Arial" pitchFamily="34" charset="-120"/>
              </a:rPr>
              <a:t>FDE embedded in Keppel TMS</a:t>
            </a:r>
            <a:endParaRPr lang="en-US" sz="2000" dirty="0">
              <a:latin typeface="Montserrat" panose="00000500000000000000" pitchFamily="2" charset="0"/>
            </a:endParaRPr>
          </a:p>
        </p:txBody>
      </p:sp>
      <p:sp>
        <p:nvSpPr>
          <p:cNvPr id="34" name="Shape 32"/>
          <p:cNvSpPr/>
          <p:nvPr/>
        </p:nvSpPr>
        <p:spPr>
          <a:xfrm>
            <a:off x="12153787" y="4248021"/>
            <a:ext cx="5334115" cy="9525"/>
          </a:xfrm>
          <a:prstGeom prst="rect">
            <a:avLst/>
          </a:prstGeom>
          <a:solidFill>
            <a:srgbClr val="E2E2E2"/>
          </a:solidFill>
          <a:ln/>
        </p:spPr>
        <p:txBody>
          <a:bodyPr/>
          <a:lstStyle/>
          <a:p>
            <a:endParaRPr lang="en-IN" sz="2000">
              <a:latin typeface="Montserrat" panose="00000500000000000000" pitchFamily="2" charset="0"/>
            </a:endParaRPr>
          </a:p>
        </p:txBody>
      </p:sp>
      <p:sp>
        <p:nvSpPr>
          <p:cNvPr id="35" name="Text 33"/>
          <p:cNvSpPr/>
          <p:nvPr/>
        </p:nvSpPr>
        <p:spPr>
          <a:xfrm>
            <a:off x="12153787" y="4428879"/>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36" name="Text 34"/>
          <p:cNvSpPr/>
          <p:nvPr/>
        </p:nvSpPr>
        <p:spPr>
          <a:xfrm>
            <a:off x="12439529" y="4428879"/>
            <a:ext cx="3951856" cy="306018"/>
          </a:xfrm>
          <a:prstGeom prst="rect">
            <a:avLst/>
          </a:prstGeom>
          <a:noFill/>
          <a:ln/>
        </p:spPr>
        <p:txBody>
          <a:bodyPr wrap="square" lIns="25400" tIns="25400" rIns="25400" bIns="25400" rtlCol="0" anchor="t">
            <a:noAutofit/>
          </a:bodyPr>
          <a:lstStyle/>
          <a:p>
            <a:pPr marL="0" indent="0" algn="l">
              <a:lnSpc>
                <a:spcPct val="134000"/>
              </a:lnSpc>
              <a:buNone/>
            </a:pPr>
            <a:r>
              <a:rPr lang="en-US" sz="2000" dirty="0">
                <a:solidFill>
                  <a:srgbClr val="3A3A3A"/>
                </a:solidFill>
                <a:latin typeface="Montserrat" panose="00000500000000000000" pitchFamily="2" charset="0"/>
                <a:ea typeface="Arial" pitchFamily="34" charset="-122"/>
                <a:cs typeface="Arial" pitchFamily="34" charset="-120"/>
              </a:rPr>
              <a:t>Build and ship inside the live TMS environment</a:t>
            </a:r>
            <a:endParaRPr lang="en-US" sz="2000" dirty="0">
              <a:latin typeface="Montserrat" panose="00000500000000000000" pitchFamily="2" charset="0"/>
            </a:endParaRPr>
          </a:p>
        </p:txBody>
      </p:sp>
      <p:sp>
        <p:nvSpPr>
          <p:cNvPr id="37" name="Text 35"/>
          <p:cNvSpPr/>
          <p:nvPr/>
        </p:nvSpPr>
        <p:spPr>
          <a:xfrm>
            <a:off x="12153787" y="5816853"/>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38" name="Text 36"/>
          <p:cNvSpPr/>
          <p:nvPr/>
        </p:nvSpPr>
        <p:spPr>
          <a:xfrm>
            <a:off x="12439529" y="5816853"/>
            <a:ext cx="4076674" cy="306018"/>
          </a:xfrm>
          <a:prstGeom prst="rect">
            <a:avLst/>
          </a:prstGeom>
          <a:noFill/>
          <a:ln/>
        </p:spPr>
        <p:txBody>
          <a:bodyPr wrap="square" lIns="25400" tIns="25400" rIns="25400" bIns="25400" rtlCol="0" anchor="t">
            <a:noAutofit/>
          </a:bodyPr>
          <a:lstStyle/>
          <a:p>
            <a:pPr marL="0" indent="0" algn="l">
              <a:lnSpc>
                <a:spcPct val="134000"/>
              </a:lnSpc>
              <a:buNone/>
            </a:pPr>
            <a:r>
              <a:rPr lang="en-US" sz="2000" dirty="0">
                <a:solidFill>
                  <a:srgbClr val="3A3A3A"/>
                </a:solidFill>
                <a:latin typeface="Montserrat" panose="00000500000000000000" pitchFamily="2" charset="0"/>
                <a:ea typeface="Arial" pitchFamily="34" charset="-122"/>
                <a:cs typeface="Arial" pitchFamily="34" charset="-120"/>
              </a:rPr>
              <a:t>Turn edge cases into shipped fixes, in real time</a:t>
            </a:r>
            <a:endParaRPr lang="en-US" sz="2000" dirty="0">
              <a:latin typeface="Montserrat" panose="00000500000000000000" pitchFamily="2" charset="0"/>
            </a:endParaRPr>
          </a:p>
        </p:txBody>
      </p:sp>
      <p:sp>
        <p:nvSpPr>
          <p:cNvPr id="39" name="Text 37"/>
          <p:cNvSpPr/>
          <p:nvPr/>
        </p:nvSpPr>
        <p:spPr>
          <a:xfrm>
            <a:off x="12225700" y="7150759"/>
            <a:ext cx="266731" cy="260694"/>
          </a:xfrm>
          <a:prstGeom prst="rect">
            <a:avLst/>
          </a:prstGeom>
          <a:noFill/>
          <a:ln/>
        </p:spPr>
        <p:txBody>
          <a:bodyPr wrap="square" lIns="25400" tIns="25400" rIns="25400" bIns="25400" rtlCol="0" anchor="t">
            <a:noAutofit/>
          </a:bodyPr>
          <a:lstStyle/>
          <a:p>
            <a:pPr marL="0" indent="0" algn="l">
              <a:buNone/>
            </a:pPr>
            <a:r>
              <a:rPr lang="en-US" sz="2000" b="1" dirty="0">
                <a:solidFill>
                  <a:srgbClr val="F5A623"/>
                </a:solidFill>
                <a:latin typeface="Montserrat" panose="00000500000000000000" pitchFamily="2" charset="0"/>
                <a:ea typeface="Arial" pitchFamily="34" charset="-122"/>
                <a:cs typeface="Arial" pitchFamily="34" charset="-120"/>
              </a:rPr>
              <a:t>→</a:t>
            </a:r>
            <a:endParaRPr lang="en-US" sz="2000" dirty="0">
              <a:latin typeface="Montserrat" panose="00000500000000000000" pitchFamily="2" charset="0"/>
            </a:endParaRPr>
          </a:p>
        </p:txBody>
      </p:sp>
      <p:sp>
        <p:nvSpPr>
          <p:cNvPr id="40" name="Text 38"/>
          <p:cNvSpPr/>
          <p:nvPr/>
        </p:nvSpPr>
        <p:spPr>
          <a:xfrm>
            <a:off x="12511442" y="7102540"/>
            <a:ext cx="3454496" cy="306018"/>
          </a:xfrm>
          <a:prstGeom prst="rect">
            <a:avLst/>
          </a:prstGeom>
          <a:noFill/>
          <a:ln/>
        </p:spPr>
        <p:txBody>
          <a:bodyPr wrap="square" lIns="25400" tIns="25400" rIns="25400" bIns="25400" rtlCol="0" anchor="t">
            <a:noAutofit/>
          </a:bodyPr>
          <a:lstStyle/>
          <a:p>
            <a:pPr marL="0" indent="0" algn="l">
              <a:lnSpc>
                <a:spcPct val="134000"/>
              </a:lnSpc>
              <a:buNone/>
            </a:pPr>
            <a:r>
              <a:rPr lang="en-US" sz="2000" b="1" dirty="0">
                <a:solidFill>
                  <a:srgbClr val="1A1A1A"/>
                </a:solidFill>
                <a:latin typeface="Montserrat" panose="00000500000000000000" pitchFamily="2" charset="0"/>
                <a:ea typeface="Arial" pitchFamily="34" charset="-122"/>
                <a:cs typeface="Arial" pitchFamily="34" charset="-120"/>
              </a:rPr>
              <a:t>AI Engineer on-site</a:t>
            </a:r>
            <a:endParaRPr lang="en-US" sz="2000" dirty="0">
              <a:latin typeface="Montserrat" panose="00000500000000000000" pitchFamily="2" charset="0"/>
            </a:endParaRPr>
          </a:p>
        </p:txBody>
      </p:sp>
      <p:sp>
        <p:nvSpPr>
          <p:cNvPr id="41" name="Shape 39"/>
          <p:cNvSpPr/>
          <p:nvPr/>
        </p:nvSpPr>
        <p:spPr>
          <a:xfrm>
            <a:off x="800057" y="8845194"/>
            <a:ext cx="16687844" cy="1022761"/>
          </a:xfrm>
          <a:prstGeom prst="roundRect">
            <a:avLst>
              <a:gd name="adj" fmla="val 14901"/>
            </a:avLst>
          </a:prstGeom>
          <a:solidFill>
            <a:srgbClr val="FFC000"/>
          </a:solidFill>
          <a:ln/>
        </p:spPr>
        <p:txBody>
          <a:bodyPr/>
          <a:lstStyle/>
          <a:p>
            <a:endParaRPr lang="en-IN">
              <a:latin typeface="Montserrat" panose="00000500000000000000" pitchFamily="2" charset="0"/>
            </a:endParaRPr>
          </a:p>
        </p:txBody>
      </p:sp>
      <p:sp>
        <p:nvSpPr>
          <p:cNvPr id="42" name="Text 40"/>
          <p:cNvSpPr/>
          <p:nvPr/>
        </p:nvSpPr>
        <p:spPr>
          <a:xfrm>
            <a:off x="1139808" y="8962302"/>
            <a:ext cx="5134445" cy="603716"/>
          </a:xfrm>
          <a:prstGeom prst="rect">
            <a:avLst/>
          </a:prstGeom>
          <a:noFill/>
          <a:ln/>
        </p:spPr>
        <p:txBody>
          <a:bodyPr wrap="square" lIns="25400" tIns="25400" rIns="25400" bIns="25400" rtlCol="0" anchor="t">
            <a:noAutofit/>
          </a:bodyPr>
          <a:lstStyle/>
          <a:p>
            <a:pPr marL="0" indent="0" algn="l">
              <a:lnSpc>
                <a:spcPct val="135000"/>
              </a:lnSpc>
              <a:buNone/>
            </a:pPr>
            <a:r>
              <a:rPr lang="en-US" b="1" dirty="0">
                <a:latin typeface="Montserrat" panose="00000500000000000000" pitchFamily="2" charset="0"/>
                <a:ea typeface="Arial" pitchFamily="34" charset="-122"/>
                <a:cs typeface="Arial" pitchFamily="34" charset="-120"/>
              </a:rPr>
              <a:t>Keppel TMS </a:t>
            </a:r>
            <a:r>
              <a:rPr lang="en-US" dirty="0">
                <a:latin typeface="Montserrat" panose="00000500000000000000" pitchFamily="2" charset="0"/>
                <a:ea typeface="Arial" pitchFamily="34" charset="-122"/>
                <a:cs typeface="Arial" pitchFamily="34" charset="-120"/>
              </a:rPr>
              <a:t>owns strategy and platform leadership.</a:t>
            </a:r>
            <a:endParaRPr lang="en-US" dirty="0">
              <a:latin typeface="Montserrat" panose="00000500000000000000" pitchFamily="2" charset="0"/>
            </a:endParaRPr>
          </a:p>
        </p:txBody>
      </p:sp>
      <p:sp>
        <p:nvSpPr>
          <p:cNvPr id="43" name="Shape 41"/>
          <p:cNvSpPr/>
          <p:nvPr/>
        </p:nvSpPr>
        <p:spPr>
          <a:xfrm>
            <a:off x="6375353" y="9147023"/>
            <a:ext cx="9525" cy="418995"/>
          </a:xfrm>
          <a:prstGeom prst="rect">
            <a:avLst/>
          </a:prstGeom>
          <a:solidFill>
            <a:srgbClr val="FFFFFF">
              <a:alpha val="20000"/>
            </a:srgbClr>
          </a:solidFill>
          <a:ln/>
        </p:spPr>
        <p:txBody>
          <a:bodyPr/>
          <a:lstStyle/>
          <a:p>
            <a:endParaRPr lang="en-IN">
              <a:latin typeface="Montserrat" panose="00000500000000000000" pitchFamily="2" charset="0"/>
            </a:endParaRPr>
          </a:p>
        </p:txBody>
      </p:sp>
      <p:sp>
        <p:nvSpPr>
          <p:cNvPr id="44" name="Text 42"/>
          <p:cNvSpPr/>
          <p:nvPr/>
        </p:nvSpPr>
        <p:spPr>
          <a:xfrm>
            <a:off x="6402171" y="9106677"/>
            <a:ext cx="5483507" cy="320908"/>
          </a:xfrm>
          <a:prstGeom prst="rect">
            <a:avLst/>
          </a:prstGeom>
          <a:noFill/>
          <a:ln/>
        </p:spPr>
        <p:txBody>
          <a:bodyPr wrap="square" lIns="25400" tIns="25400" rIns="25400" bIns="25400" rtlCol="0" anchor="t">
            <a:noAutofit/>
          </a:bodyPr>
          <a:lstStyle/>
          <a:p>
            <a:pPr marL="0" indent="0" algn="ctr">
              <a:lnSpc>
                <a:spcPct val="135000"/>
              </a:lnSpc>
              <a:buNone/>
            </a:pPr>
            <a:r>
              <a:rPr lang="en-US" b="1" dirty="0">
                <a:latin typeface="Montserrat" panose="00000500000000000000" pitchFamily="2" charset="0"/>
                <a:ea typeface="Arial" pitchFamily="34" charset="-122"/>
                <a:cs typeface="Arial" pitchFamily="34" charset="-120"/>
              </a:rPr>
              <a:t>StatusNeo </a:t>
            </a:r>
            <a:r>
              <a:rPr lang="en-US" dirty="0">
                <a:latin typeface="Montserrat" panose="00000500000000000000" pitchFamily="2" charset="0"/>
                <a:ea typeface="Arial" pitchFamily="34" charset="-122"/>
                <a:cs typeface="Arial" pitchFamily="34" charset="-120"/>
              </a:rPr>
              <a:t>extends the execution capacity.</a:t>
            </a:r>
            <a:endParaRPr lang="en-US" dirty="0">
              <a:latin typeface="Montserrat" panose="00000500000000000000" pitchFamily="2" charset="0"/>
            </a:endParaRPr>
          </a:p>
        </p:txBody>
      </p:sp>
      <p:sp>
        <p:nvSpPr>
          <p:cNvPr id="45" name="Shape 43"/>
          <p:cNvSpPr/>
          <p:nvPr/>
        </p:nvSpPr>
        <p:spPr>
          <a:xfrm>
            <a:off x="11903042" y="9147023"/>
            <a:ext cx="9525" cy="418995"/>
          </a:xfrm>
          <a:prstGeom prst="rect">
            <a:avLst/>
          </a:prstGeom>
          <a:solidFill>
            <a:srgbClr val="FFFFFF">
              <a:alpha val="20000"/>
            </a:srgbClr>
          </a:solidFill>
          <a:ln/>
        </p:spPr>
        <p:txBody>
          <a:bodyPr/>
          <a:lstStyle/>
          <a:p>
            <a:endParaRPr lang="en-IN">
              <a:latin typeface="Montserrat" panose="00000500000000000000" pitchFamily="2" charset="0"/>
            </a:endParaRPr>
          </a:p>
        </p:txBody>
      </p:sp>
      <p:sp>
        <p:nvSpPr>
          <p:cNvPr id="46" name="Text 44"/>
          <p:cNvSpPr/>
          <p:nvPr/>
        </p:nvSpPr>
        <p:spPr>
          <a:xfrm>
            <a:off x="11600557" y="9115103"/>
            <a:ext cx="5483507" cy="320908"/>
          </a:xfrm>
          <a:prstGeom prst="rect">
            <a:avLst/>
          </a:prstGeom>
          <a:noFill/>
          <a:ln/>
        </p:spPr>
        <p:txBody>
          <a:bodyPr wrap="square" lIns="25400" tIns="25400" rIns="25400" bIns="25400" rtlCol="0" anchor="t">
            <a:noAutofit/>
          </a:bodyPr>
          <a:lstStyle/>
          <a:p>
            <a:pPr marL="0" indent="0" algn="r">
              <a:lnSpc>
                <a:spcPct val="135000"/>
              </a:lnSpc>
              <a:buNone/>
            </a:pPr>
            <a:r>
              <a:rPr lang="en-US" b="1" dirty="0">
                <a:latin typeface="Montserrat" panose="00000500000000000000" pitchFamily="2" charset="0"/>
                <a:ea typeface="Arial" pitchFamily="34" charset="-122"/>
                <a:cs typeface="Arial" pitchFamily="34" charset="-120"/>
              </a:rPr>
              <a:t>Together: enterprise capability delivery.</a:t>
            </a:r>
            <a:endParaRPr lang="en-US" dirty="0">
              <a:latin typeface="Montserrat" panose="00000500000000000000" pitchFamily="2" charset="0"/>
            </a:endParaRPr>
          </a:p>
        </p:txBody>
      </p:sp>
      <p:pic>
        <p:nvPicPr>
          <p:cNvPr id="47" name="Picture 46" descr="Keppel - Global asset manager and operator creating solutions for a sustainable future">
            <a:extLst>
              <a:ext uri="{FF2B5EF4-FFF2-40B4-BE49-F238E27FC236}">
                <a16:creationId xmlns:a16="http://schemas.microsoft.com/office/drawing/2014/main" id="{8323D237-8AF6-BA50-96DB-7D00512D5A75}"/>
              </a:ext>
            </a:extLst>
          </p:cNvPr>
          <p:cNvPicPr>
            <a:picLocks noChangeAspect="1"/>
          </p:cNvPicPr>
          <p:nvPr/>
        </p:nvPicPr>
        <p:blipFill>
          <a:blip r:embed="rId3"/>
          <a:stretch>
            <a:fillRect/>
          </a:stretch>
        </p:blipFill>
        <p:spPr>
          <a:xfrm>
            <a:off x="16490573" y="305729"/>
            <a:ext cx="1342563" cy="447522"/>
          </a:xfrm>
          <a:prstGeom prst="rect">
            <a:avLst/>
          </a:prstGeom>
        </p:spPr>
      </p:pic>
      <p:pic>
        <p:nvPicPr>
          <p:cNvPr id="48" name="Picture 47" descr="Contact StatusNeo: Start Your AI Journey">
            <a:extLst>
              <a:ext uri="{FF2B5EF4-FFF2-40B4-BE49-F238E27FC236}">
                <a16:creationId xmlns:a16="http://schemas.microsoft.com/office/drawing/2014/main" id="{66A36C78-CDE4-FD1D-3EB7-FB51AEC84EB6}"/>
              </a:ext>
            </a:extLst>
          </p:cNvPr>
          <p:cNvPicPr>
            <a:picLocks noChangeAspect="1"/>
          </p:cNvPicPr>
          <p:nvPr/>
        </p:nvPicPr>
        <p:blipFill>
          <a:blip r:embed="rId4"/>
          <a:stretch>
            <a:fillRect/>
          </a:stretch>
        </p:blipFill>
        <p:spPr>
          <a:xfrm>
            <a:off x="14352216" y="363641"/>
            <a:ext cx="1910385" cy="368433"/>
          </a:xfrm>
          <a:prstGeom prst="rect">
            <a:avLst/>
          </a:prstGeom>
        </p:spPr>
      </p:pic>
      <p:cxnSp>
        <p:nvCxnSpPr>
          <p:cNvPr id="49" name="Straight Connector 48">
            <a:extLst>
              <a:ext uri="{FF2B5EF4-FFF2-40B4-BE49-F238E27FC236}">
                <a16:creationId xmlns:a16="http://schemas.microsoft.com/office/drawing/2014/main" id="{0EE0F2E8-1854-134D-65BB-47DCF95F950D}"/>
              </a:ext>
            </a:extLst>
          </p:cNvPr>
          <p:cNvCxnSpPr>
            <a:cxnSpLocks/>
          </p:cNvCxnSpPr>
          <p:nvPr/>
        </p:nvCxnSpPr>
        <p:spPr>
          <a:xfrm>
            <a:off x="16374935" y="363641"/>
            <a:ext cx="0" cy="407163"/>
          </a:xfrm>
          <a:prstGeom prst="lin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3133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hape 39">
            <a:extLst>
              <a:ext uri="{FF2B5EF4-FFF2-40B4-BE49-F238E27FC236}">
                <a16:creationId xmlns:a16="http://schemas.microsoft.com/office/drawing/2014/main" id="{1F09F500-03A0-59B7-5078-787758B22FF6}"/>
              </a:ext>
            </a:extLst>
          </p:cNvPr>
          <p:cNvSpPr/>
          <p:nvPr/>
        </p:nvSpPr>
        <p:spPr>
          <a:xfrm>
            <a:off x="741492" y="7626960"/>
            <a:ext cx="12164951" cy="2312657"/>
          </a:xfrm>
          <a:prstGeom prst="roundRect">
            <a:avLst>
              <a:gd name="adj" fmla="val 14901"/>
            </a:avLst>
          </a:prstGeom>
          <a:solidFill>
            <a:srgbClr val="FFC000"/>
          </a:solidFill>
          <a:ln/>
        </p:spPr>
        <p:txBody>
          <a:bodyPr/>
          <a:lstStyle/>
          <a:p>
            <a:endParaRPr lang="en-IN">
              <a:latin typeface="Montserrat" panose="00000500000000000000" pitchFamily="2" charset="0"/>
            </a:endParaRPr>
          </a:p>
        </p:txBody>
      </p:sp>
      <p:sp>
        <p:nvSpPr>
          <p:cNvPr id="2" name="Text 0"/>
          <p:cNvSpPr/>
          <p:nvPr/>
        </p:nvSpPr>
        <p:spPr>
          <a:xfrm>
            <a:off x="800057" y="592462"/>
            <a:ext cx="3981865" cy="218958"/>
          </a:xfrm>
          <a:prstGeom prst="rect">
            <a:avLst/>
          </a:prstGeom>
          <a:noFill/>
          <a:ln/>
        </p:spPr>
        <p:txBody>
          <a:bodyPr wrap="square" lIns="25400" tIns="25400" rIns="25400" bIns="25400" rtlCol="0" anchor="t">
            <a:normAutofit lnSpcReduction="10000"/>
          </a:bodyPr>
          <a:lstStyle/>
          <a:p>
            <a:pPr marL="0" indent="0" algn="l">
              <a:buNone/>
            </a:pPr>
            <a:r>
              <a:rPr lang="en-US" sz="1200" b="1" kern="0" spc="225" dirty="0">
                <a:solidFill>
                  <a:srgbClr val="8B8B8B"/>
                </a:solidFill>
                <a:latin typeface="Montserrat" panose="00000500000000000000" pitchFamily="2" charset="0"/>
                <a:ea typeface="Arial" pitchFamily="34" charset="-122"/>
                <a:cs typeface="Arial" pitchFamily="34" charset="-120"/>
              </a:rPr>
              <a:t>PILOT → EXPAND → GOVERN → SCALE</a:t>
            </a:r>
            <a:endParaRPr lang="en-US" sz="1200" dirty="0">
              <a:latin typeface="Montserrat" panose="00000500000000000000" pitchFamily="2" charset="0"/>
            </a:endParaRPr>
          </a:p>
        </p:txBody>
      </p:sp>
      <p:sp>
        <p:nvSpPr>
          <p:cNvPr id="6" name="Text 4"/>
          <p:cNvSpPr/>
          <p:nvPr/>
        </p:nvSpPr>
        <p:spPr>
          <a:xfrm>
            <a:off x="800057" y="1000153"/>
            <a:ext cx="18356629" cy="58578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3750" b="1" kern="0" spc="-37" dirty="0">
                <a:solidFill>
                  <a:srgbClr val="1A1A1A"/>
                </a:solidFill>
                <a:latin typeface="Montserrat" panose="00000500000000000000" pitchFamily="2" charset="0"/>
                <a:ea typeface="Arial" pitchFamily="34" charset="-122"/>
                <a:cs typeface="Arial" pitchFamily="34" charset="-120"/>
              </a:rPr>
              <a:t>The Scaling Roadmap</a:t>
            </a:r>
            <a:endParaRPr lang="en-US" sz="3750" dirty="0">
              <a:latin typeface="Montserrat" panose="00000500000000000000" pitchFamily="2" charset="0"/>
            </a:endParaRPr>
          </a:p>
        </p:txBody>
      </p:sp>
      <p:sp>
        <p:nvSpPr>
          <p:cNvPr id="7" name="Shape 5"/>
          <p:cNvSpPr/>
          <p:nvPr/>
        </p:nvSpPr>
        <p:spPr>
          <a:xfrm>
            <a:off x="800057" y="1738258"/>
            <a:ext cx="16687844" cy="9525"/>
          </a:xfrm>
          <a:prstGeom prst="rect">
            <a:avLst/>
          </a:prstGeom>
          <a:solidFill>
            <a:srgbClr val="E2E2E2"/>
          </a:solidFill>
          <a:ln/>
        </p:spPr>
        <p:txBody>
          <a:bodyPr/>
          <a:lstStyle/>
          <a:p>
            <a:endParaRPr lang="en-IN">
              <a:latin typeface="Montserrat" panose="00000500000000000000" pitchFamily="2" charset="0"/>
            </a:endParaRPr>
          </a:p>
        </p:txBody>
      </p:sp>
      <p:sp>
        <p:nvSpPr>
          <p:cNvPr id="8" name="Shape 6"/>
          <p:cNvSpPr/>
          <p:nvPr/>
        </p:nvSpPr>
        <p:spPr>
          <a:xfrm>
            <a:off x="800057" y="1962439"/>
            <a:ext cx="4014852" cy="86668"/>
          </a:xfrm>
          <a:prstGeom prst="rect">
            <a:avLst/>
          </a:prstGeom>
          <a:solidFill>
            <a:srgbClr val="F5A623"/>
          </a:solidFill>
          <a:ln/>
        </p:spPr>
        <p:txBody>
          <a:bodyPr/>
          <a:lstStyle/>
          <a:p>
            <a:endParaRPr lang="en-IN">
              <a:latin typeface="Montserrat" panose="00000500000000000000" pitchFamily="2" charset="0"/>
            </a:endParaRPr>
          </a:p>
        </p:txBody>
      </p:sp>
      <p:sp>
        <p:nvSpPr>
          <p:cNvPr id="9" name="Text 7"/>
          <p:cNvSpPr/>
          <p:nvPr/>
        </p:nvSpPr>
        <p:spPr>
          <a:xfrm>
            <a:off x="800057" y="2196801"/>
            <a:ext cx="4416337" cy="232870"/>
          </a:xfrm>
          <a:prstGeom prst="rect">
            <a:avLst/>
          </a:prstGeom>
          <a:noFill/>
          <a:ln/>
        </p:spPr>
        <p:txBody>
          <a:bodyPr wrap="square" lIns="25400" tIns="25400" rIns="25400" bIns="25400" rtlCol="0" anchor="t">
            <a:noAutofit/>
          </a:bodyPr>
          <a:lstStyle/>
          <a:p>
            <a:pPr marL="0" indent="0" algn="l">
              <a:buNone/>
            </a:pPr>
            <a:r>
              <a:rPr lang="en-US" sz="1500" b="1" kern="0" spc="113" dirty="0">
                <a:solidFill>
                  <a:srgbClr val="F5A623"/>
                </a:solidFill>
                <a:latin typeface="Montserrat" panose="00000500000000000000" pitchFamily="2" charset="0"/>
                <a:ea typeface="Arial" pitchFamily="34" charset="-122"/>
                <a:cs typeface="Arial" pitchFamily="34" charset="-120"/>
              </a:rPr>
              <a:t>PILOT</a:t>
            </a:r>
            <a:endParaRPr lang="en-US" sz="1500" dirty="0">
              <a:latin typeface="Montserrat" panose="00000500000000000000" pitchFamily="2" charset="0"/>
            </a:endParaRPr>
          </a:p>
        </p:txBody>
      </p:sp>
      <p:sp>
        <p:nvSpPr>
          <p:cNvPr id="10" name="Text 8"/>
          <p:cNvSpPr/>
          <p:nvPr/>
        </p:nvSpPr>
        <p:spPr>
          <a:xfrm>
            <a:off x="800057" y="2465123"/>
            <a:ext cx="4416337" cy="301018"/>
          </a:xfrm>
          <a:prstGeom prst="rect">
            <a:avLst/>
          </a:prstGeom>
          <a:noFill/>
          <a:ln/>
        </p:spPr>
        <p:txBody>
          <a:bodyPr wrap="square" lIns="25400" tIns="25400" rIns="25400" bIns="25400" rtlCol="0" anchor="t">
            <a:noAutofit/>
          </a:bodyPr>
          <a:lstStyle/>
          <a:p>
            <a:pPr marL="0" indent="0" algn="l">
              <a:lnSpc>
                <a:spcPct val="120000"/>
              </a:lnSpc>
              <a:buNone/>
            </a:pPr>
            <a:r>
              <a:rPr lang="en-US" sz="2000" b="1" dirty="0">
                <a:solidFill>
                  <a:srgbClr val="1A1A1A"/>
                </a:solidFill>
                <a:latin typeface="Montserrat" panose="00000500000000000000" pitchFamily="2" charset="0"/>
                <a:ea typeface="Arial" pitchFamily="34" charset="-122"/>
                <a:cs typeface="Arial" pitchFamily="34" charset="-120"/>
              </a:rPr>
              <a:t>LP &amp; Regulatory Reporting</a:t>
            </a:r>
            <a:endParaRPr lang="en-US" sz="2000" dirty="0">
              <a:latin typeface="Montserrat" panose="00000500000000000000" pitchFamily="2" charset="0"/>
            </a:endParaRPr>
          </a:p>
        </p:txBody>
      </p:sp>
      <p:sp>
        <p:nvSpPr>
          <p:cNvPr id="11" name="Text 9"/>
          <p:cNvSpPr/>
          <p:nvPr/>
        </p:nvSpPr>
        <p:spPr>
          <a:xfrm>
            <a:off x="800057" y="2994436"/>
            <a:ext cx="4416337" cy="246782"/>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8B8B8B"/>
                </a:solidFill>
                <a:latin typeface="Montserrat" panose="00000500000000000000" pitchFamily="2" charset="0"/>
                <a:ea typeface="Arial" pitchFamily="34" charset="-122"/>
                <a:cs typeface="Arial" pitchFamily="34" charset="-120"/>
              </a:rPr>
              <a:t>Weeks 1–10</a:t>
            </a:r>
            <a:endParaRPr lang="en-US" sz="1350" dirty="0">
              <a:latin typeface="Montserrat" panose="00000500000000000000" pitchFamily="2" charset="0"/>
            </a:endParaRPr>
          </a:p>
        </p:txBody>
      </p:sp>
      <p:sp>
        <p:nvSpPr>
          <p:cNvPr id="12" name="Text 10"/>
          <p:cNvSpPr/>
          <p:nvPr/>
        </p:nvSpPr>
        <p:spPr>
          <a:xfrm>
            <a:off x="839832" y="3596281"/>
            <a:ext cx="4416337" cy="191134"/>
          </a:xfrm>
          <a:prstGeom prst="rect">
            <a:avLst/>
          </a:prstGeom>
          <a:noFill/>
          <a:ln/>
        </p:spPr>
        <p:txBody>
          <a:bodyPr wrap="square" lIns="25400" tIns="25400" rIns="25400" bIns="25400" rtlCol="0" anchor="t">
            <a:noAutofit/>
          </a:bodyPr>
          <a:lstStyle/>
          <a:p>
            <a:pPr marL="0" indent="0" algn="l">
              <a:buNone/>
            </a:pPr>
            <a:r>
              <a:rPr lang="en-US" sz="1200" b="1" kern="0" spc="60" dirty="0">
                <a:latin typeface="Montserrat" panose="00000500000000000000" pitchFamily="2" charset="0"/>
                <a:ea typeface="Arial" pitchFamily="34" charset="-122"/>
                <a:cs typeface="Arial" pitchFamily="34" charset="-120"/>
              </a:rPr>
              <a:t>WHAT WE INDUSTRIALISE</a:t>
            </a:r>
            <a:endParaRPr lang="en-US" sz="1200" dirty="0">
              <a:latin typeface="Montserrat" panose="00000500000000000000" pitchFamily="2" charset="0"/>
            </a:endParaRPr>
          </a:p>
        </p:txBody>
      </p:sp>
      <p:sp>
        <p:nvSpPr>
          <p:cNvPr id="13" name="Text 11"/>
          <p:cNvSpPr/>
          <p:nvPr/>
        </p:nvSpPr>
        <p:spPr>
          <a:xfrm>
            <a:off x="800057" y="4176016"/>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14" name="Text 12"/>
          <p:cNvSpPr/>
          <p:nvPr/>
        </p:nvSpPr>
        <p:spPr>
          <a:xfrm>
            <a:off x="1066671" y="4176016"/>
            <a:ext cx="3860686" cy="558067"/>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3A3A3A"/>
                </a:solidFill>
                <a:latin typeface="Montserrat" panose="00000500000000000000" pitchFamily="2" charset="0"/>
                <a:ea typeface="Arial" pitchFamily="34" charset="-122"/>
                <a:cs typeface="Arial" pitchFamily="34" charset="-120"/>
              </a:rPr>
              <a:t>Governed data-to-report pipeline on KAI</a:t>
            </a:r>
            <a:endParaRPr lang="en-US" dirty="0">
              <a:latin typeface="Montserrat" panose="00000500000000000000" pitchFamily="2" charset="0"/>
            </a:endParaRPr>
          </a:p>
        </p:txBody>
      </p:sp>
      <p:sp>
        <p:nvSpPr>
          <p:cNvPr id="15" name="Text 13"/>
          <p:cNvSpPr/>
          <p:nvPr/>
        </p:nvSpPr>
        <p:spPr>
          <a:xfrm>
            <a:off x="781163" y="5394300"/>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16" name="Text 14"/>
          <p:cNvSpPr/>
          <p:nvPr/>
        </p:nvSpPr>
        <p:spPr>
          <a:xfrm>
            <a:off x="1047777" y="5394300"/>
            <a:ext cx="3039512" cy="298083"/>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3A3A3A"/>
                </a:solidFill>
                <a:latin typeface="Montserrat" panose="00000500000000000000" pitchFamily="2" charset="0"/>
                <a:ea typeface="Arial" pitchFamily="34" charset="-122"/>
                <a:cs typeface="Arial" pitchFamily="34" charset="-120"/>
              </a:rPr>
              <a:t>Reusable LP query patterns</a:t>
            </a:r>
            <a:endParaRPr lang="en-US" dirty="0">
              <a:latin typeface="Montserrat" panose="00000500000000000000" pitchFamily="2" charset="0"/>
            </a:endParaRPr>
          </a:p>
        </p:txBody>
      </p:sp>
      <p:sp>
        <p:nvSpPr>
          <p:cNvPr id="17" name="Text 15"/>
          <p:cNvSpPr/>
          <p:nvPr/>
        </p:nvSpPr>
        <p:spPr>
          <a:xfrm>
            <a:off x="790610" y="6541394"/>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18" name="Text 16"/>
          <p:cNvSpPr/>
          <p:nvPr/>
        </p:nvSpPr>
        <p:spPr>
          <a:xfrm>
            <a:off x="1057224" y="6483312"/>
            <a:ext cx="3860686" cy="558067"/>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3A3A3A"/>
                </a:solidFill>
                <a:latin typeface="Montserrat" panose="00000500000000000000" pitchFamily="2" charset="0"/>
                <a:ea typeface="Arial" pitchFamily="34" charset="-122"/>
                <a:cs typeface="Arial" pitchFamily="34" charset="-120"/>
              </a:rPr>
              <a:t>Auditable, repeatable regulatory model</a:t>
            </a:r>
            <a:endParaRPr lang="en-US" dirty="0">
              <a:latin typeface="Montserrat" panose="00000500000000000000" pitchFamily="2" charset="0"/>
            </a:endParaRPr>
          </a:p>
        </p:txBody>
      </p:sp>
      <p:sp>
        <p:nvSpPr>
          <p:cNvPr id="19" name="Text 17"/>
          <p:cNvSpPr/>
          <p:nvPr/>
        </p:nvSpPr>
        <p:spPr>
          <a:xfrm>
            <a:off x="1257173" y="7982536"/>
            <a:ext cx="4416337" cy="191134"/>
          </a:xfrm>
          <a:prstGeom prst="rect">
            <a:avLst/>
          </a:prstGeom>
          <a:noFill/>
          <a:ln/>
        </p:spPr>
        <p:txBody>
          <a:bodyPr wrap="square" lIns="25400" tIns="25400" rIns="25400" bIns="25400" rtlCol="0" anchor="t">
            <a:noAutofit/>
          </a:bodyPr>
          <a:lstStyle/>
          <a:p>
            <a:pPr marL="0" indent="0" algn="l">
              <a:buNone/>
            </a:pPr>
            <a:r>
              <a:rPr lang="en-US" sz="1500" b="1" kern="0" spc="60" dirty="0">
                <a:latin typeface="Montserrat" panose="00000500000000000000" pitchFamily="2" charset="0"/>
                <a:ea typeface="Arial" pitchFamily="34" charset="-122"/>
                <a:cs typeface="Arial" pitchFamily="34" charset="-120"/>
              </a:rPr>
              <a:t>MEASURED BY</a:t>
            </a:r>
            <a:endParaRPr lang="en-US" sz="1500" dirty="0">
              <a:latin typeface="Montserrat" panose="00000500000000000000" pitchFamily="2" charset="0"/>
            </a:endParaRPr>
          </a:p>
        </p:txBody>
      </p:sp>
      <p:sp>
        <p:nvSpPr>
          <p:cNvPr id="20" name="Text 18"/>
          <p:cNvSpPr/>
          <p:nvPr/>
        </p:nvSpPr>
        <p:spPr>
          <a:xfrm>
            <a:off x="1257173" y="8392711"/>
            <a:ext cx="4135297" cy="1362160"/>
          </a:xfrm>
          <a:prstGeom prst="rect">
            <a:avLst/>
          </a:prstGeom>
          <a:noFill/>
          <a:ln/>
        </p:spPr>
        <p:txBody>
          <a:bodyPr wrap="square" lIns="25400" tIns="25400" rIns="25400" bIns="25400" rtlCol="0" anchor="t">
            <a:noAutofit/>
          </a:bodyPr>
          <a:lstStyle/>
          <a:p>
            <a:pPr marL="0" indent="0" algn="l">
              <a:lnSpc>
                <a:spcPct val="135000"/>
              </a:lnSpc>
              <a:buNone/>
            </a:pPr>
            <a:r>
              <a:rPr lang="en-US" sz="2000" dirty="0">
                <a:latin typeface="Montserrat" panose="00000500000000000000" pitchFamily="2" charset="0"/>
                <a:ea typeface="Arial" pitchFamily="34" charset="-122"/>
                <a:cs typeface="Arial" pitchFamily="34" charset="-120"/>
              </a:rPr>
              <a:t>Report cycle time · query turnaround · manual effort</a:t>
            </a:r>
            <a:endParaRPr lang="en-US" sz="2000" dirty="0">
              <a:latin typeface="Montserrat" panose="00000500000000000000" pitchFamily="2" charset="0"/>
            </a:endParaRPr>
          </a:p>
        </p:txBody>
      </p:sp>
      <p:sp>
        <p:nvSpPr>
          <p:cNvPr id="21" name="Shape 19"/>
          <p:cNvSpPr/>
          <p:nvPr/>
        </p:nvSpPr>
        <p:spPr>
          <a:xfrm>
            <a:off x="5024352" y="1962439"/>
            <a:ext cx="4014852" cy="86668"/>
          </a:xfrm>
          <a:prstGeom prst="rect">
            <a:avLst/>
          </a:prstGeom>
          <a:solidFill>
            <a:srgbClr val="F5A623"/>
          </a:solidFill>
          <a:ln/>
        </p:spPr>
        <p:txBody>
          <a:bodyPr/>
          <a:lstStyle/>
          <a:p>
            <a:endParaRPr lang="en-IN">
              <a:latin typeface="Montserrat" panose="00000500000000000000" pitchFamily="2" charset="0"/>
            </a:endParaRPr>
          </a:p>
        </p:txBody>
      </p:sp>
      <p:sp>
        <p:nvSpPr>
          <p:cNvPr id="22" name="Text 20"/>
          <p:cNvSpPr/>
          <p:nvPr/>
        </p:nvSpPr>
        <p:spPr>
          <a:xfrm>
            <a:off x="5024352" y="2196801"/>
            <a:ext cx="4416337" cy="232870"/>
          </a:xfrm>
          <a:prstGeom prst="rect">
            <a:avLst/>
          </a:prstGeom>
          <a:noFill/>
          <a:ln/>
        </p:spPr>
        <p:txBody>
          <a:bodyPr wrap="square" lIns="25400" tIns="25400" rIns="25400" bIns="25400" rtlCol="0" anchor="t">
            <a:noAutofit/>
          </a:bodyPr>
          <a:lstStyle/>
          <a:p>
            <a:pPr marL="0" indent="0" algn="l">
              <a:buNone/>
            </a:pPr>
            <a:r>
              <a:rPr lang="en-US" sz="1500" b="1" kern="0" spc="113" dirty="0">
                <a:solidFill>
                  <a:srgbClr val="F5A623"/>
                </a:solidFill>
                <a:latin typeface="Montserrat" panose="00000500000000000000" pitchFamily="2" charset="0"/>
                <a:ea typeface="Arial" pitchFamily="34" charset="-122"/>
                <a:cs typeface="Arial" pitchFamily="34" charset="-120"/>
              </a:rPr>
              <a:t>EXPAND</a:t>
            </a:r>
            <a:endParaRPr lang="en-US" sz="1500" dirty="0">
              <a:latin typeface="Montserrat" panose="00000500000000000000" pitchFamily="2" charset="0"/>
            </a:endParaRPr>
          </a:p>
        </p:txBody>
      </p:sp>
      <p:sp>
        <p:nvSpPr>
          <p:cNvPr id="23" name="Text 21"/>
          <p:cNvSpPr/>
          <p:nvPr/>
        </p:nvSpPr>
        <p:spPr>
          <a:xfrm>
            <a:off x="5024352" y="2465123"/>
            <a:ext cx="4416337" cy="301018"/>
          </a:xfrm>
          <a:prstGeom prst="rect">
            <a:avLst/>
          </a:prstGeom>
          <a:noFill/>
          <a:ln/>
        </p:spPr>
        <p:txBody>
          <a:bodyPr wrap="square" lIns="25400" tIns="25400" rIns="25400" bIns="25400" rtlCol="0" anchor="t">
            <a:noAutofit/>
          </a:bodyPr>
          <a:lstStyle/>
          <a:p>
            <a:pPr marL="0" indent="0" algn="l">
              <a:lnSpc>
                <a:spcPct val="120000"/>
              </a:lnSpc>
              <a:buNone/>
            </a:pPr>
            <a:r>
              <a:rPr lang="en-US" sz="2000" b="1" dirty="0">
                <a:solidFill>
                  <a:srgbClr val="1A1A1A"/>
                </a:solidFill>
                <a:latin typeface="Montserrat" panose="00000500000000000000" pitchFamily="2" charset="0"/>
                <a:ea typeface="Arial" pitchFamily="34" charset="-122"/>
                <a:cs typeface="Arial" pitchFamily="34" charset="-120"/>
              </a:rPr>
              <a:t>Asset 360</a:t>
            </a:r>
            <a:endParaRPr lang="en-US" sz="2000" dirty="0">
              <a:latin typeface="Montserrat" panose="00000500000000000000" pitchFamily="2" charset="0"/>
            </a:endParaRPr>
          </a:p>
        </p:txBody>
      </p:sp>
      <p:sp>
        <p:nvSpPr>
          <p:cNvPr id="24" name="Text 22"/>
          <p:cNvSpPr/>
          <p:nvPr/>
        </p:nvSpPr>
        <p:spPr>
          <a:xfrm>
            <a:off x="5024352" y="3000319"/>
            <a:ext cx="4416337" cy="246782"/>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8B8B8B"/>
                </a:solidFill>
                <a:latin typeface="Montserrat" panose="00000500000000000000" pitchFamily="2" charset="0"/>
                <a:ea typeface="Arial" pitchFamily="34" charset="-122"/>
                <a:cs typeface="Arial" pitchFamily="34" charset="-120"/>
              </a:rPr>
              <a:t>Weeks 8–20</a:t>
            </a:r>
            <a:endParaRPr lang="en-US" sz="1350" dirty="0">
              <a:latin typeface="Montserrat" panose="00000500000000000000" pitchFamily="2" charset="0"/>
            </a:endParaRPr>
          </a:p>
        </p:txBody>
      </p:sp>
      <p:sp>
        <p:nvSpPr>
          <p:cNvPr id="25" name="Text 23"/>
          <p:cNvSpPr/>
          <p:nvPr/>
        </p:nvSpPr>
        <p:spPr>
          <a:xfrm>
            <a:off x="5064127" y="3596281"/>
            <a:ext cx="4416337" cy="191134"/>
          </a:xfrm>
          <a:prstGeom prst="rect">
            <a:avLst/>
          </a:prstGeom>
          <a:noFill/>
          <a:ln/>
        </p:spPr>
        <p:txBody>
          <a:bodyPr wrap="square" lIns="25400" tIns="25400" rIns="25400" bIns="25400" rtlCol="0" anchor="t">
            <a:noAutofit/>
          </a:bodyPr>
          <a:lstStyle/>
          <a:p>
            <a:pPr marL="0" indent="0" algn="l">
              <a:buNone/>
            </a:pPr>
            <a:r>
              <a:rPr lang="en-US" sz="1200" b="1" kern="0" spc="60" dirty="0">
                <a:latin typeface="Montserrat" panose="00000500000000000000" pitchFamily="2" charset="0"/>
                <a:ea typeface="Arial" pitchFamily="34" charset="-122"/>
                <a:cs typeface="Arial" pitchFamily="34" charset="-120"/>
              </a:rPr>
              <a:t>WHAT WE INDUSTRIALISE</a:t>
            </a:r>
            <a:endParaRPr lang="en-US" sz="1200" dirty="0">
              <a:latin typeface="Montserrat" panose="00000500000000000000" pitchFamily="2" charset="0"/>
            </a:endParaRPr>
          </a:p>
        </p:txBody>
      </p:sp>
      <p:sp>
        <p:nvSpPr>
          <p:cNvPr id="26" name="Text 24"/>
          <p:cNvSpPr/>
          <p:nvPr/>
        </p:nvSpPr>
        <p:spPr>
          <a:xfrm>
            <a:off x="5083021" y="4176016"/>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27" name="Text 25"/>
          <p:cNvSpPr/>
          <p:nvPr/>
        </p:nvSpPr>
        <p:spPr>
          <a:xfrm>
            <a:off x="5349634" y="4176016"/>
            <a:ext cx="3860686" cy="558067"/>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3A3A3A"/>
                </a:solidFill>
                <a:latin typeface="Montserrat" panose="00000500000000000000" pitchFamily="2" charset="0"/>
                <a:ea typeface="Arial" pitchFamily="34" charset="-122"/>
                <a:cs typeface="Arial" pitchFamily="34" charset="-120"/>
              </a:rPr>
              <a:t>One structured asset profile as a data product</a:t>
            </a:r>
            <a:endParaRPr lang="en-US" dirty="0">
              <a:latin typeface="Montserrat" panose="00000500000000000000" pitchFamily="2" charset="0"/>
            </a:endParaRPr>
          </a:p>
        </p:txBody>
      </p:sp>
      <p:sp>
        <p:nvSpPr>
          <p:cNvPr id="28" name="Text 26"/>
          <p:cNvSpPr/>
          <p:nvPr/>
        </p:nvSpPr>
        <p:spPr>
          <a:xfrm>
            <a:off x="5064127" y="5394300"/>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29" name="Text 27"/>
          <p:cNvSpPr/>
          <p:nvPr/>
        </p:nvSpPr>
        <p:spPr>
          <a:xfrm>
            <a:off x="5272071" y="5394300"/>
            <a:ext cx="4093173" cy="298083"/>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3A3A3A"/>
                </a:solidFill>
                <a:latin typeface="Montserrat" panose="00000500000000000000" pitchFamily="2" charset="0"/>
                <a:ea typeface="Arial" pitchFamily="34" charset="-122"/>
                <a:cs typeface="Arial" pitchFamily="34" charset="-120"/>
              </a:rPr>
              <a:t>Diligence knowledge captured into it</a:t>
            </a:r>
            <a:endParaRPr lang="en-US" dirty="0">
              <a:latin typeface="Montserrat" panose="00000500000000000000" pitchFamily="2" charset="0"/>
            </a:endParaRPr>
          </a:p>
        </p:txBody>
      </p:sp>
      <p:sp>
        <p:nvSpPr>
          <p:cNvPr id="30" name="Text 28"/>
          <p:cNvSpPr/>
          <p:nvPr/>
        </p:nvSpPr>
        <p:spPr>
          <a:xfrm>
            <a:off x="5073574" y="6541394"/>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31" name="Text 29"/>
          <p:cNvSpPr/>
          <p:nvPr/>
        </p:nvSpPr>
        <p:spPr>
          <a:xfrm>
            <a:off x="5340187" y="6541394"/>
            <a:ext cx="3590911" cy="298083"/>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3A3A3A"/>
                </a:solidFill>
                <a:latin typeface="Montserrat" panose="00000500000000000000" pitchFamily="2" charset="0"/>
                <a:ea typeface="Arial" pitchFamily="34" charset="-122"/>
                <a:cs typeface="Arial" pitchFamily="34" charset="-120"/>
              </a:rPr>
              <a:t>Standardised onboarding on KAI</a:t>
            </a:r>
            <a:endParaRPr lang="en-US" dirty="0">
              <a:latin typeface="Montserrat" panose="00000500000000000000" pitchFamily="2" charset="0"/>
            </a:endParaRPr>
          </a:p>
        </p:txBody>
      </p:sp>
      <p:sp>
        <p:nvSpPr>
          <p:cNvPr id="32" name="Text 30"/>
          <p:cNvSpPr/>
          <p:nvPr/>
        </p:nvSpPr>
        <p:spPr>
          <a:xfrm>
            <a:off x="5481468" y="7982536"/>
            <a:ext cx="4416337" cy="191134"/>
          </a:xfrm>
          <a:prstGeom prst="rect">
            <a:avLst/>
          </a:prstGeom>
          <a:noFill/>
          <a:ln/>
        </p:spPr>
        <p:txBody>
          <a:bodyPr wrap="square" lIns="25400" tIns="25400" rIns="25400" bIns="25400" rtlCol="0" anchor="t">
            <a:noAutofit/>
          </a:bodyPr>
          <a:lstStyle/>
          <a:p>
            <a:pPr marL="0" indent="0" algn="l">
              <a:buNone/>
            </a:pPr>
            <a:r>
              <a:rPr lang="en-US" sz="1500" b="1" kern="0" spc="60" dirty="0">
                <a:latin typeface="Montserrat" panose="00000500000000000000" pitchFamily="2" charset="0"/>
                <a:ea typeface="Arial" pitchFamily="34" charset="-122"/>
                <a:cs typeface="Arial" pitchFamily="34" charset="-120"/>
              </a:rPr>
              <a:t>MEASURED BY</a:t>
            </a:r>
            <a:endParaRPr lang="en-US" sz="1500" dirty="0">
              <a:latin typeface="Montserrat" panose="00000500000000000000" pitchFamily="2" charset="0"/>
            </a:endParaRPr>
          </a:p>
        </p:txBody>
      </p:sp>
      <p:sp>
        <p:nvSpPr>
          <p:cNvPr id="33" name="Text 31"/>
          <p:cNvSpPr/>
          <p:nvPr/>
        </p:nvSpPr>
        <p:spPr>
          <a:xfrm>
            <a:off x="5481468" y="8392711"/>
            <a:ext cx="4135297" cy="1362160"/>
          </a:xfrm>
          <a:prstGeom prst="rect">
            <a:avLst/>
          </a:prstGeom>
          <a:noFill/>
          <a:ln/>
        </p:spPr>
        <p:txBody>
          <a:bodyPr wrap="square" lIns="25400" tIns="25400" rIns="25400" bIns="25400" rtlCol="0" anchor="t">
            <a:noAutofit/>
          </a:bodyPr>
          <a:lstStyle/>
          <a:p>
            <a:pPr marL="0" indent="0" algn="l">
              <a:lnSpc>
                <a:spcPct val="135000"/>
              </a:lnSpc>
              <a:buNone/>
            </a:pPr>
            <a:r>
              <a:rPr lang="en-US" sz="2000" dirty="0">
                <a:latin typeface="Montserrat" panose="00000500000000000000" pitchFamily="2" charset="0"/>
                <a:ea typeface="Arial" pitchFamily="34" charset="-122"/>
                <a:cs typeface="Arial" pitchFamily="34" charset="-120"/>
              </a:rPr>
              <a:t>Data completeness · onboarding cycle · profile adoption</a:t>
            </a:r>
            <a:endParaRPr lang="en-US" sz="2000" dirty="0">
              <a:latin typeface="Montserrat" panose="00000500000000000000" pitchFamily="2" charset="0"/>
            </a:endParaRPr>
          </a:p>
        </p:txBody>
      </p:sp>
      <p:sp>
        <p:nvSpPr>
          <p:cNvPr id="34" name="Shape 32"/>
          <p:cNvSpPr/>
          <p:nvPr/>
        </p:nvSpPr>
        <p:spPr>
          <a:xfrm>
            <a:off x="9248647" y="1962439"/>
            <a:ext cx="4014852" cy="86668"/>
          </a:xfrm>
          <a:prstGeom prst="rect">
            <a:avLst/>
          </a:prstGeom>
          <a:solidFill>
            <a:srgbClr val="F5A623"/>
          </a:solidFill>
          <a:ln/>
        </p:spPr>
        <p:txBody>
          <a:bodyPr/>
          <a:lstStyle/>
          <a:p>
            <a:endParaRPr lang="en-IN">
              <a:latin typeface="Montserrat" panose="00000500000000000000" pitchFamily="2" charset="0"/>
            </a:endParaRPr>
          </a:p>
        </p:txBody>
      </p:sp>
      <p:sp>
        <p:nvSpPr>
          <p:cNvPr id="35" name="Text 33"/>
          <p:cNvSpPr/>
          <p:nvPr/>
        </p:nvSpPr>
        <p:spPr>
          <a:xfrm>
            <a:off x="9248647" y="2196801"/>
            <a:ext cx="4416337" cy="232870"/>
          </a:xfrm>
          <a:prstGeom prst="rect">
            <a:avLst/>
          </a:prstGeom>
          <a:noFill/>
          <a:ln/>
        </p:spPr>
        <p:txBody>
          <a:bodyPr wrap="square" lIns="25400" tIns="25400" rIns="25400" bIns="25400" rtlCol="0" anchor="t">
            <a:noAutofit/>
          </a:bodyPr>
          <a:lstStyle/>
          <a:p>
            <a:pPr marL="0" indent="0" algn="l">
              <a:buNone/>
            </a:pPr>
            <a:r>
              <a:rPr lang="en-US" sz="1500" b="1" kern="0" spc="113" dirty="0">
                <a:solidFill>
                  <a:srgbClr val="F5A623"/>
                </a:solidFill>
                <a:latin typeface="Montserrat" panose="00000500000000000000" pitchFamily="2" charset="0"/>
                <a:cs typeface="Arial" pitchFamily="34" charset="-120"/>
              </a:rPr>
              <a:t>GOVERN</a:t>
            </a:r>
            <a:endParaRPr lang="en-US" sz="1500" dirty="0">
              <a:latin typeface="Montserrat" panose="00000500000000000000" pitchFamily="2" charset="0"/>
            </a:endParaRPr>
          </a:p>
        </p:txBody>
      </p:sp>
      <p:sp>
        <p:nvSpPr>
          <p:cNvPr id="36" name="Text 34"/>
          <p:cNvSpPr/>
          <p:nvPr/>
        </p:nvSpPr>
        <p:spPr>
          <a:xfrm>
            <a:off x="9248647" y="2465123"/>
            <a:ext cx="4416337" cy="301018"/>
          </a:xfrm>
          <a:prstGeom prst="rect">
            <a:avLst/>
          </a:prstGeom>
          <a:noFill/>
          <a:ln/>
        </p:spPr>
        <p:txBody>
          <a:bodyPr wrap="square" lIns="25400" tIns="25400" rIns="25400" bIns="25400" rtlCol="0" anchor="t">
            <a:noAutofit/>
          </a:bodyPr>
          <a:lstStyle/>
          <a:p>
            <a:pPr marL="0" indent="0" algn="l">
              <a:lnSpc>
                <a:spcPct val="120000"/>
              </a:lnSpc>
              <a:buNone/>
            </a:pPr>
            <a:r>
              <a:rPr lang="en-US" sz="2000" b="1" dirty="0">
                <a:solidFill>
                  <a:srgbClr val="1A1A1A"/>
                </a:solidFill>
                <a:latin typeface="Montserrat" panose="00000500000000000000" pitchFamily="2" charset="0"/>
                <a:ea typeface="Arial" pitchFamily="34" charset="-122"/>
                <a:cs typeface="Arial" pitchFamily="34" charset="-120"/>
              </a:rPr>
              <a:t>Portfolio Intelligence</a:t>
            </a:r>
            <a:endParaRPr lang="en-US" sz="2000" dirty="0">
              <a:latin typeface="Montserrat" panose="00000500000000000000" pitchFamily="2" charset="0"/>
            </a:endParaRPr>
          </a:p>
        </p:txBody>
      </p:sp>
      <p:sp>
        <p:nvSpPr>
          <p:cNvPr id="37" name="Text 35"/>
          <p:cNvSpPr/>
          <p:nvPr/>
        </p:nvSpPr>
        <p:spPr>
          <a:xfrm>
            <a:off x="9248647" y="3000319"/>
            <a:ext cx="4416337" cy="246782"/>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8B8B8B"/>
                </a:solidFill>
                <a:latin typeface="Montserrat" panose="00000500000000000000" pitchFamily="2" charset="0"/>
                <a:ea typeface="Arial" pitchFamily="34" charset="-122"/>
                <a:cs typeface="Arial" pitchFamily="34" charset="-120"/>
              </a:rPr>
              <a:t>Months 5–9</a:t>
            </a:r>
            <a:endParaRPr lang="en-US" sz="1350" dirty="0">
              <a:latin typeface="Montserrat" panose="00000500000000000000" pitchFamily="2" charset="0"/>
            </a:endParaRPr>
          </a:p>
        </p:txBody>
      </p:sp>
      <p:sp>
        <p:nvSpPr>
          <p:cNvPr id="38" name="Text 36"/>
          <p:cNvSpPr/>
          <p:nvPr/>
        </p:nvSpPr>
        <p:spPr>
          <a:xfrm>
            <a:off x="9288422" y="3596281"/>
            <a:ext cx="4416337" cy="191134"/>
          </a:xfrm>
          <a:prstGeom prst="rect">
            <a:avLst/>
          </a:prstGeom>
          <a:noFill/>
          <a:ln/>
        </p:spPr>
        <p:txBody>
          <a:bodyPr wrap="square" lIns="25400" tIns="25400" rIns="25400" bIns="25400" rtlCol="0" anchor="t">
            <a:noAutofit/>
          </a:bodyPr>
          <a:lstStyle/>
          <a:p>
            <a:pPr marL="0" indent="0" algn="l">
              <a:buNone/>
            </a:pPr>
            <a:r>
              <a:rPr lang="en-US" sz="1200" b="1" kern="0" spc="60" dirty="0">
                <a:latin typeface="Montserrat" panose="00000500000000000000" pitchFamily="2" charset="0"/>
                <a:ea typeface="Arial" pitchFamily="34" charset="-122"/>
                <a:cs typeface="Arial" pitchFamily="34" charset="-120"/>
              </a:rPr>
              <a:t>WHAT WE INDUSTRIALISE</a:t>
            </a:r>
            <a:endParaRPr lang="en-US" sz="1200" dirty="0">
              <a:latin typeface="Montserrat" panose="00000500000000000000" pitchFamily="2" charset="0"/>
            </a:endParaRPr>
          </a:p>
        </p:txBody>
      </p:sp>
      <p:sp>
        <p:nvSpPr>
          <p:cNvPr id="39" name="Text 37"/>
          <p:cNvSpPr/>
          <p:nvPr/>
        </p:nvSpPr>
        <p:spPr>
          <a:xfrm>
            <a:off x="9298316" y="4188301"/>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40" name="Text 38"/>
          <p:cNvSpPr/>
          <p:nvPr/>
        </p:nvSpPr>
        <p:spPr>
          <a:xfrm>
            <a:off x="9564929" y="4188301"/>
            <a:ext cx="3341514" cy="298083"/>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3A3A3A"/>
                </a:solidFill>
                <a:latin typeface="Montserrat" panose="00000500000000000000" pitchFamily="2" charset="0"/>
                <a:ea typeface="Arial" pitchFamily="34" charset="-122"/>
                <a:cs typeface="Arial" pitchFamily="34" charset="-120"/>
              </a:rPr>
              <a:t>Connected, live portfolio views</a:t>
            </a:r>
            <a:endParaRPr lang="en-US" dirty="0">
              <a:latin typeface="Montserrat" panose="00000500000000000000" pitchFamily="2" charset="0"/>
            </a:endParaRPr>
          </a:p>
        </p:txBody>
      </p:sp>
      <p:sp>
        <p:nvSpPr>
          <p:cNvPr id="41" name="Text 39"/>
          <p:cNvSpPr/>
          <p:nvPr/>
        </p:nvSpPr>
        <p:spPr>
          <a:xfrm>
            <a:off x="9327874" y="5390222"/>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42" name="Text 40"/>
          <p:cNvSpPr/>
          <p:nvPr/>
        </p:nvSpPr>
        <p:spPr>
          <a:xfrm>
            <a:off x="9535372" y="5283455"/>
            <a:ext cx="3860686" cy="558067"/>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3A3A3A"/>
                </a:solidFill>
                <a:latin typeface="Montserrat" panose="00000500000000000000" pitchFamily="2" charset="0"/>
                <a:ea typeface="Arial" pitchFamily="34" charset="-122"/>
                <a:cs typeface="Arial" pitchFamily="34" charset="-120"/>
              </a:rPr>
              <a:t>Fund-level construction signals as a service</a:t>
            </a:r>
            <a:endParaRPr lang="en-US" dirty="0">
              <a:latin typeface="Montserrat" panose="00000500000000000000" pitchFamily="2" charset="0"/>
            </a:endParaRPr>
          </a:p>
        </p:txBody>
      </p:sp>
      <p:sp>
        <p:nvSpPr>
          <p:cNvPr id="43" name="Text 41"/>
          <p:cNvSpPr/>
          <p:nvPr/>
        </p:nvSpPr>
        <p:spPr>
          <a:xfrm>
            <a:off x="9675434" y="8001934"/>
            <a:ext cx="4416337" cy="191134"/>
          </a:xfrm>
          <a:prstGeom prst="rect">
            <a:avLst/>
          </a:prstGeom>
          <a:noFill/>
          <a:ln/>
        </p:spPr>
        <p:txBody>
          <a:bodyPr wrap="square" lIns="25400" tIns="25400" rIns="25400" bIns="25400" rtlCol="0" anchor="t">
            <a:noAutofit/>
          </a:bodyPr>
          <a:lstStyle/>
          <a:p>
            <a:pPr marL="0" indent="0" algn="l">
              <a:buNone/>
            </a:pPr>
            <a:r>
              <a:rPr lang="en-US" sz="1500" b="1" kern="0" spc="60" dirty="0">
                <a:latin typeface="Montserrat" panose="00000500000000000000" pitchFamily="2" charset="0"/>
                <a:ea typeface="Arial" pitchFamily="34" charset="-122"/>
                <a:cs typeface="Arial" pitchFamily="34" charset="-120"/>
              </a:rPr>
              <a:t>MEASURED BY</a:t>
            </a:r>
            <a:endParaRPr lang="en-US" sz="1500" dirty="0">
              <a:latin typeface="Montserrat" panose="00000500000000000000" pitchFamily="2" charset="0"/>
            </a:endParaRPr>
          </a:p>
        </p:txBody>
      </p:sp>
      <p:sp>
        <p:nvSpPr>
          <p:cNvPr id="44" name="Text 42"/>
          <p:cNvSpPr/>
          <p:nvPr/>
        </p:nvSpPr>
        <p:spPr>
          <a:xfrm>
            <a:off x="9705764" y="8392711"/>
            <a:ext cx="3360778" cy="1362160"/>
          </a:xfrm>
          <a:prstGeom prst="rect">
            <a:avLst/>
          </a:prstGeom>
          <a:noFill/>
          <a:ln/>
        </p:spPr>
        <p:txBody>
          <a:bodyPr wrap="square" lIns="25400" tIns="25400" rIns="25400" bIns="25400" rtlCol="0" anchor="t">
            <a:noAutofit/>
          </a:bodyPr>
          <a:lstStyle/>
          <a:p>
            <a:pPr marL="0" indent="0" algn="l">
              <a:lnSpc>
                <a:spcPct val="135000"/>
              </a:lnSpc>
              <a:buNone/>
            </a:pPr>
            <a:r>
              <a:rPr lang="en-US" sz="2000" dirty="0">
                <a:latin typeface="Montserrat" panose="00000500000000000000" pitchFamily="2" charset="0"/>
                <a:ea typeface="Arial" pitchFamily="34" charset="-122"/>
                <a:cs typeface="Arial" pitchFamily="34" charset="-120"/>
              </a:rPr>
              <a:t>Analyst effort · signal latency · decision coverage</a:t>
            </a:r>
            <a:endParaRPr lang="en-US" sz="2000" dirty="0">
              <a:latin typeface="Montserrat" panose="00000500000000000000" pitchFamily="2" charset="0"/>
            </a:endParaRPr>
          </a:p>
        </p:txBody>
      </p:sp>
      <p:sp>
        <p:nvSpPr>
          <p:cNvPr id="45" name="Shape 43"/>
          <p:cNvSpPr/>
          <p:nvPr/>
        </p:nvSpPr>
        <p:spPr>
          <a:xfrm>
            <a:off x="13472942" y="2014326"/>
            <a:ext cx="4490908" cy="6894721"/>
          </a:xfrm>
          <a:prstGeom prst="roundRect">
            <a:avLst>
              <a:gd name="adj" fmla="val 3796"/>
            </a:avLst>
          </a:prstGeom>
          <a:solidFill>
            <a:srgbClr val="2D2D2D"/>
          </a:solidFill>
          <a:ln/>
        </p:spPr>
        <p:txBody>
          <a:bodyPr/>
          <a:lstStyle/>
          <a:p>
            <a:endParaRPr lang="en-IN">
              <a:latin typeface="Montserrat" panose="00000500000000000000" pitchFamily="2" charset="0"/>
            </a:endParaRPr>
          </a:p>
        </p:txBody>
      </p:sp>
      <p:sp>
        <p:nvSpPr>
          <p:cNvPr id="46" name="Text 44"/>
          <p:cNvSpPr/>
          <p:nvPr/>
        </p:nvSpPr>
        <p:spPr>
          <a:xfrm>
            <a:off x="13701514" y="2223771"/>
            <a:ext cx="3913597" cy="232870"/>
          </a:xfrm>
          <a:prstGeom prst="rect">
            <a:avLst/>
          </a:prstGeom>
          <a:noFill/>
          <a:ln/>
        </p:spPr>
        <p:txBody>
          <a:bodyPr wrap="square" lIns="25400" tIns="25400" rIns="25400" bIns="25400" rtlCol="0" anchor="t">
            <a:normAutofit fontScale="92500" lnSpcReduction="10000"/>
          </a:bodyPr>
          <a:lstStyle/>
          <a:p>
            <a:pPr marL="0" indent="0" algn="l">
              <a:buNone/>
            </a:pPr>
            <a:r>
              <a:rPr lang="en-US" sz="1350" b="1" kern="0" spc="113" dirty="0">
                <a:solidFill>
                  <a:srgbClr val="F5A623"/>
                </a:solidFill>
                <a:latin typeface="Montserrat" panose="00000500000000000000" pitchFamily="2" charset="0"/>
                <a:ea typeface="Arial" pitchFamily="34" charset="-122"/>
                <a:cs typeface="Arial" pitchFamily="34" charset="-120"/>
              </a:rPr>
              <a:t>SCALE</a:t>
            </a:r>
            <a:endParaRPr lang="en-US" sz="1350" dirty="0">
              <a:latin typeface="Montserrat" panose="00000500000000000000" pitchFamily="2" charset="0"/>
            </a:endParaRPr>
          </a:p>
        </p:txBody>
      </p:sp>
      <p:sp>
        <p:nvSpPr>
          <p:cNvPr id="47" name="Text 45"/>
          <p:cNvSpPr/>
          <p:nvPr/>
        </p:nvSpPr>
        <p:spPr>
          <a:xfrm>
            <a:off x="13701514" y="2494731"/>
            <a:ext cx="3913597" cy="301018"/>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725" b="1" dirty="0">
                <a:solidFill>
                  <a:srgbClr val="FFFFFF"/>
                </a:solidFill>
                <a:latin typeface="Montserrat" panose="00000500000000000000" pitchFamily="2" charset="0"/>
                <a:ea typeface="Arial" pitchFamily="34" charset="-122"/>
                <a:cs typeface="Arial" pitchFamily="34" charset="-120"/>
              </a:rPr>
              <a:t>Enterprise Operating Model on KAI</a:t>
            </a:r>
            <a:endParaRPr lang="en-US" sz="1725" dirty="0">
              <a:latin typeface="Montserrat" panose="00000500000000000000" pitchFamily="2" charset="0"/>
            </a:endParaRPr>
          </a:p>
        </p:txBody>
      </p:sp>
      <p:sp>
        <p:nvSpPr>
          <p:cNvPr id="48" name="Shape 46"/>
          <p:cNvSpPr/>
          <p:nvPr/>
        </p:nvSpPr>
        <p:spPr>
          <a:xfrm>
            <a:off x="13710960" y="2913835"/>
            <a:ext cx="579079" cy="65492"/>
          </a:xfrm>
          <a:prstGeom prst="rect">
            <a:avLst/>
          </a:prstGeom>
          <a:solidFill>
            <a:srgbClr val="F5A623">
              <a:alpha val="85000"/>
            </a:srgbClr>
          </a:solidFill>
          <a:ln/>
        </p:spPr>
        <p:txBody>
          <a:bodyPr/>
          <a:lstStyle/>
          <a:p>
            <a:endParaRPr lang="en-IN">
              <a:latin typeface="Montserrat" panose="00000500000000000000" pitchFamily="2" charset="0"/>
            </a:endParaRPr>
          </a:p>
        </p:txBody>
      </p:sp>
      <p:sp>
        <p:nvSpPr>
          <p:cNvPr id="49" name="Text 47"/>
          <p:cNvSpPr/>
          <p:nvPr/>
        </p:nvSpPr>
        <p:spPr>
          <a:xfrm>
            <a:off x="13740003" y="4628384"/>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50" name="Text 48"/>
          <p:cNvSpPr/>
          <p:nvPr/>
        </p:nvSpPr>
        <p:spPr>
          <a:xfrm>
            <a:off x="14006617" y="4220791"/>
            <a:ext cx="3389938" cy="565892"/>
          </a:xfrm>
          <a:prstGeom prst="rect">
            <a:avLst/>
          </a:prstGeom>
          <a:noFill/>
          <a:ln/>
        </p:spPr>
        <p:txBody>
          <a:bodyPr wrap="square" lIns="25400" tIns="25400" rIns="25400" bIns="25400" rtlCol="0" anchor="t">
            <a:noAutofit/>
          </a:bodyPr>
          <a:lstStyle/>
          <a:p>
            <a:pPr marL="0" indent="0" algn="l">
              <a:lnSpc>
                <a:spcPct val="132000"/>
              </a:lnSpc>
              <a:buNone/>
            </a:pPr>
            <a:r>
              <a:rPr lang="en-US" dirty="0">
                <a:solidFill>
                  <a:srgbClr val="EDEDED"/>
                </a:solidFill>
                <a:latin typeface="Montserrat" panose="00000500000000000000" pitchFamily="2" charset="0"/>
                <a:ea typeface="Arial" pitchFamily="34" charset="-122"/>
                <a:cs typeface="Arial" pitchFamily="34" charset="-120"/>
              </a:rPr>
              <a:t>Three domains run as governed, reusable capabilities</a:t>
            </a:r>
            <a:endParaRPr lang="en-US" dirty="0">
              <a:latin typeface="Montserrat" panose="00000500000000000000" pitchFamily="2" charset="0"/>
            </a:endParaRPr>
          </a:p>
        </p:txBody>
      </p:sp>
      <p:sp>
        <p:nvSpPr>
          <p:cNvPr id="51" name="Text 49"/>
          <p:cNvSpPr/>
          <p:nvPr/>
        </p:nvSpPr>
        <p:spPr>
          <a:xfrm>
            <a:off x="13743496" y="5802610"/>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52" name="Text 50"/>
          <p:cNvSpPr/>
          <p:nvPr/>
        </p:nvSpPr>
        <p:spPr>
          <a:xfrm>
            <a:off x="14019557" y="5661625"/>
            <a:ext cx="3389938" cy="565892"/>
          </a:xfrm>
          <a:prstGeom prst="rect">
            <a:avLst/>
          </a:prstGeom>
          <a:noFill/>
          <a:ln/>
        </p:spPr>
        <p:txBody>
          <a:bodyPr wrap="square" lIns="25400" tIns="25400" rIns="25400" bIns="25400" rtlCol="0" anchor="t">
            <a:noAutofit/>
          </a:bodyPr>
          <a:lstStyle/>
          <a:p>
            <a:pPr marL="0" indent="0" algn="l">
              <a:lnSpc>
                <a:spcPct val="132000"/>
              </a:lnSpc>
              <a:buNone/>
            </a:pPr>
            <a:r>
              <a:rPr lang="en-US" dirty="0">
                <a:solidFill>
                  <a:srgbClr val="EDEDED"/>
                </a:solidFill>
                <a:latin typeface="Montserrat" panose="00000500000000000000" pitchFamily="2" charset="0"/>
                <a:ea typeface="Arial" pitchFamily="34" charset="-122"/>
                <a:cs typeface="Arial" pitchFamily="34" charset="-120"/>
              </a:rPr>
              <a:t>The squad shifts from building to operating</a:t>
            </a:r>
            <a:endParaRPr lang="en-US" dirty="0">
              <a:latin typeface="Montserrat" panose="00000500000000000000" pitchFamily="2" charset="0"/>
            </a:endParaRPr>
          </a:p>
        </p:txBody>
      </p:sp>
      <p:sp>
        <p:nvSpPr>
          <p:cNvPr id="53" name="Text 51"/>
          <p:cNvSpPr/>
          <p:nvPr/>
        </p:nvSpPr>
        <p:spPr>
          <a:xfrm>
            <a:off x="13752695" y="7017870"/>
            <a:ext cx="257167" cy="253738"/>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F5A623"/>
                </a:solidFill>
                <a:latin typeface="Montserrat" panose="00000500000000000000" pitchFamily="2" charset="0"/>
                <a:ea typeface="Arial" pitchFamily="34" charset="-122"/>
                <a:cs typeface="Arial" pitchFamily="34" charset="-120"/>
              </a:rPr>
              <a:t>→</a:t>
            </a:r>
            <a:endParaRPr lang="en-US" sz="1425" dirty="0">
              <a:latin typeface="Montserrat" panose="00000500000000000000" pitchFamily="2" charset="0"/>
            </a:endParaRPr>
          </a:p>
        </p:txBody>
      </p:sp>
      <p:sp>
        <p:nvSpPr>
          <p:cNvPr id="54" name="Text 52"/>
          <p:cNvSpPr/>
          <p:nvPr/>
        </p:nvSpPr>
        <p:spPr>
          <a:xfrm>
            <a:off x="14004318" y="6824962"/>
            <a:ext cx="3389938" cy="829788"/>
          </a:xfrm>
          <a:prstGeom prst="rect">
            <a:avLst/>
          </a:prstGeom>
          <a:noFill/>
          <a:ln/>
        </p:spPr>
        <p:txBody>
          <a:bodyPr wrap="square" lIns="25400" tIns="25400" rIns="25400" bIns="25400" rtlCol="0" anchor="t">
            <a:noAutofit/>
          </a:bodyPr>
          <a:lstStyle/>
          <a:p>
            <a:pPr marL="0" indent="0" algn="l">
              <a:lnSpc>
                <a:spcPct val="132000"/>
              </a:lnSpc>
              <a:buNone/>
            </a:pPr>
            <a:r>
              <a:rPr lang="en-US" dirty="0">
                <a:solidFill>
                  <a:srgbClr val="EDEDED"/>
                </a:solidFill>
                <a:latin typeface="Montserrat" panose="00000500000000000000" pitchFamily="2" charset="0"/>
                <a:ea typeface="Arial" pitchFamily="34" charset="-122"/>
                <a:cs typeface="Arial" pitchFamily="34" charset="-120"/>
              </a:rPr>
              <a:t>Keppel TMS becomes the AI delivery organisation for the Temasek ecosystem</a:t>
            </a:r>
            <a:endParaRPr lang="en-US" dirty="0">
              <a:latin typeface="Montserrat" panose="00000500000000000000" pitchFamily="2" charset="0"/>
            </a:endParaRPr>
          </a:p>
        </p:txBody>
      </p:sp>
      <p:pic>
        <p:nvPicPr>
          <p:cNvPr id="55" name="Picture 54" descr="Keppel - Global asset manager and operator creating solutions for a sustainable future">
            <a:extLst>
              <a:ext uri="{FF2B5EF4-FFF2-40B4-BE49-F238E27FC236}">
                <a16:creationId xmlns:a16="http://schemas.microsoft.com/office/drawing/2014/main" id="{B68B6CE1-8D54-3313-49A9-B85986BD4D45}"/>
              </a:ext>
            </a:extLst>
          </p:cNvPr>
          <p:cNvPicPr>
            <a:picLocks noChangeAspect="1"/>
          </p:cNvPicPr>
          <p:nvPr/>
        </p:nvPicPr>
        <p:blipFill>
          <a:blip r:embed="rId3"/>
          <a:stretch>
            <a:fillRect/>
          </a:stretch>
        </p:blipFill>
        <p:spPr>
          <a:xfrm>
            <a:off x="16490573" y="305729"/>
            <a:ext cx="1342563" cy="447522"/>
          </a:xfrm>
          <a:prstGeom prst="rect">
            <a:avLst/>
          </a:prstGeom>
        </p:spPr>
      </p:pic>
      <p:pic>
        <p:nvPicPr>
          <p:cNvPr id="56" name="Picture 55" descr="Contact StatusNeo: Start Your AI Journey">
            <a:extLst>
              <a:ext uri="{FF2B5EF4-FFF2-40B4-BE49-F238E27FC236}">
                <a16:creationId xmlns:a16="http://schemas.microsoft.com/office/drawing/2014/main" id="{F53014F6-7A3A-5255-2002-7C767FE3CE19}"/>
              </a:ext>
            </a:extLst>
          </p:cNvPr>
          <p:cNvPicPr>
            <a:picLocks noChangeAspect="1"/>
          </p:cNvPicPr>
          <p:nvPr/>
        </p:nvPicPr>
        <p:blipFill>
          <a:blip r:embed="rId4"/>
          <a:stretch>
            <a:fillRect/>
          </a:stretch>
        </p:blipFill>
        <p:spPr>
          <a:xfrm>
            <a:off x="14352216" y="363641"/>
            <a:ext cx="1910385" cy="368433"/>
          </a:xfrm>
          <a:prstGeom prst="rect">
            <a:avLst/>
          </a:prstGeom>
        </p:spPr>
      </p:pic>
      <p:cxnSp>
        <p:nvCxnSpPr>
          <p:cNvPr id="57" name="Straight Connector 56">
            <a:extLst>
              <a:ext uri="{FF2B5EF4-FFF2-40B4-BE49-F238E27FC236}">
                <a16:creationId xmlns:a16="http://schemas.microsoft.com/office/drawing/2014/main" id="{999ECB75-2F88-1864-BD1B-04E060D95DE1}"/>
              </a:ext>
            </a:extLst>
          </p:cNvPr>
          <p:cNvCxnSpPr>
            <a:cxnSpLocks/>
          </p:cNvCxnSpPr>
          <p:nvPr/>
        </p:nvCxnSpPr>
        <p:spPr>
          <a:xfrm>
            <a:off x="16374935" y="363641"/>
            <a:ext cx="0" cy="407163"/>
          </a:xfrm>
          <a:prstGeom prst="lin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58" name="Text 36">
            <a:extLst>
              <a:ext uri="{FF2B5EF4-FFF2-40B4-BE49-F238E27FC236}">
                <a16:creationId xmlns:a16="http://schemas.microsoft.com/office/drawing/2014/main" id="{225E896E-CA05-A6F5-835D-882E71B43649}"/>
              </a:ext>
            </a:extLst>
          </p:cNvPr>
          <p:cNvSpPr/>
          <p:nvPr/>
        </p:nvSpPr>
        <p:spPr>
          <a:xfrm>
            <a:off x="13716753" y="3590129"/>
            <a:ext cx="4416337" cy="191134"/>
          </a:xfrm>
          <a:prstGeom prst="rect">
            <a:avLst/>
          </a:prstGeom>
          <a:noFill/>
          <a:ln/>
        </p:spPr>
        <p:txBody>
          <a:bodyPr wrap="square" lIns="25400" tIns="25400" rIns="25400" bIns="25400" rtlCol="0" anchor="t">
            <a:noAutofit/>
          </a:bodyPr>
          <a:lstStyle/>
          <a:p>
            <a:pPr marL="0" indent="0" algn="l">
              <a:buNone/>
            </a:pPr>
            <a:r>
              <a:rPr lang="en-US" sz="1200" b="1" kern="0" spc="60" dirty="0">
                <a:solidFill>
                  <a:schemeClr val="bg1"/>
                </a:solidFill>
                <a:latin typeface="Montserrat" panose="00000500000000000000" pitchFamily="2" charset="0"/>
                <a:ea typeface="Arial" pitchFamily="34" charset="-122"/>
                <a:cs typeface="Arial" pitchFamily="34" charset="-120"/>
              </a:rPr>
              <a:t>WHAT WE INDUSTRIALISE</a:t>
            </a:r>
            <a:endParaRPr lang="en-US" sz="12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3859665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6583600" cy="10286950"/>
          </a:xfrm>
          <a:prstGeom prst="rect">
            <a:avLst/>
          </a:prstGeom>
          <a:solidFill>
            <a:srgbClr val="111111"/>
          </a:solidFill>
          <a:ln/>
        </p:spPr>
        <p:txBody>
          <a:bodyPr/>
          <a:lstStyle/>
          <a:p>
            <a:endParaRPr lang="en-IN">
              <a:latin typeface="Montserrat" panose="00000500000000000000" pitchFamily="2" charset="0"/>
            </a:endParaRPr>
          </a:p>
        </p:txBody>
      </p:sp>
      <p:pic>
        <p:nvPicPr>
          <p:cNvPr id="3" name="Image 0" descr="preencoded.png"/>
          <p:cNvPicPr>
            <a:picLocks noChangeAspect="1"/>
          </p:cNvPicPr>
          <p:nvPr/>
        </p:nvPicPr>
        <p:blipFill>
          <a:blip r:embed="rId3"/>
          <a:srcRect l="10000" r="10000"/>
          <a:stretch/>
        </p:blipFill>
        <p:spPr>
          <a:xfrm>
            <a:off x="-966232" y="-925810"/>
            <a:ext cx="7768633" cy="12138571"/>
          </a:xfrm>
          <a:prstGeom prst="rect">
            <a:avLst/>
          </a:prstGeom>
        </p:spPr>
      </p:pic>
      <p:sp>
        <p:nvSpPr>
          <p:cNvPr id="8" name="Text 5"/>
          <p:cNvSpPr/>
          <p:nvPr/>
        </p:nvSpPr>
        <p:spPr>
          <a:xfrm>
            <a:off x="7193127" y="2354428"/>
            <a:ext cx="9062873" cy="1036949"/>
          </a:xfrm>
          <a:prstGeom prst="rect">
            <a:avLst/>
          </a:prstGeom>
          <a:noFill/>
          <a:ln/>
        </p:spPr>
        <p:txBody>
          <a:bodyPr wrap="square" lIns="25400" tIns="25400" rIns="25400" bIns="25400" rtlCol="0" anchor="t">
            <a:noAutofit/>
          </a:bodyPr>
          <a:lstStyle/>
          <a:p>
            <a:pPr marL="0" indent="0" algn="l">
              <a:lnSpc>
                <a:spcPct val="114000"/>
              </a:lnSpc>
              <a:buNone/>
            </a:pPr>
            <a:r>
              <a:rPr lang="en-US" sz="3500" b="1" kern="0" spc="-22" dirty="0">
                <a:solidFill>
                  <a:srgbClr val="F5A623"/>
                </a:solidFill>
                <a:latin typeface="Montserrat" panose="00000500000000000000" pitchFamily="2" charset="0"/>
                <a:cs typeface="Arial" pitchFamily="34" charset="-120"/>
              </a:rPr>
              <a:t>HELPING KEPPEL INDUSTRIALISE &amp; EXECUTE ITS ENTERPRISE AT SCALE</a:t>
            </a:r>
            <a:endParaRPr lang="en-US" sz="3500" dirty="0">
              <a:latin typeface="Montserrat" panose="00000500000000000000" pitchFamily="2" charset="0"/>
            </a:endParaRPr>
          </a:p>
        </p:txBody>
      </p:sp>
      <p:sp>
        <p:nvSpPr>
          <p:cNvPr id="9" name="Text 6"/>
          <p:cNvSpPr/>
          <p:nvPr/>
        </p:nvSpPr>
        <p:spPr>
          <a:xfrm>
            <a:off x="7193127" y="4512911"/>
            <a:ext cx="8240928" cy="981083"/>
          </a:xfrm>
          <a:prstGeom prst="rect">
            <a:avLst/>
          </a:prstGeom>
          <a:noFill/>
          <a:ln/>
        </p:spPr>
        <p:txBody>
          <a:bodyPr wrap="square" lIns="25400" tIns="25400" rIns="25400" bIns="25400" rtlCol="0" anchor="t">
            <a:noAutofit/>
          </a:bodyPr>
          <a:lstStyle/>
          <a:p>
            <a:pPr marL="0" indent="0" algn="l">
              <a:lnSpc>
                <a:spcPct val="150000"/>
              </a:lnSpc>
              <a:buNone/>
            </a:pPr>
            <a:r>
              <a:rPr lang="en-US" b="1" dirty="0">
                <a:solidFill>
                  <a:srgbClr val="FFFFFF"/>
                </a:solidFill>
                <a:latin typeface="Montserrat" panose="00000500000000000000" pitchFamily="2" charset="0"/>
                <a:ea typeface="Arial" pitchFamily="34" charset="-122"/>
                <a:cs typeface="Arial" pitchFamily="34" charset="-120"/>
              </a:rPr>
              <a:t>KAI is already built. The data is already there. </a:t>
            </a:r>
            <a:r>
              <a:rPr lang="en-US" dirty="0">
                <a:solidFill>
                  <a:srgbClr val="C9C9C9"/>
                </a:solidFill>
                <a:latin typeface="Montserrat" panose="00000500000000000000" pitchFamily="2" charset="0"/>
                <a:ea typeface="Arial" pitchFamily="34" charset="-122"/>
                <a:cs typeface="Arial" pitchFamily="34" charset="-120"/>
              </a:rPr>
              <a:t>The work ahead is expansion around it. The intelligence inside KAI needs to be wired into the decisions where it matters.</a:t>
            </a:r>
            <a:endParaRPr lang="en-US" dirty="0">
              <a:latin typeface="Montserrat" panose="00000500000000000000" pitchFamily="2" charset="0"/>
            </a:endParaRPr>
          </a:p>
        </p:txBody>
      </p:sp>
      <p:sp>
        <p:nvSpPr>
          <p:cNvPr id="10" name="Text 7"/>
          <p:cNvSpPr/>
          <p:nvPr/>
        </p:nvSpPr>
        <p:spPr>
          <a:xfrm>
            <a:off x="7193127" y="6301502"/>
            <a:ext cx="8240928" cy="981083"/>
          </a:xfrm>
          <a:prstGeom prst="rect">
            <a:avLst/>
          </a:prstGeom>
          <a:noFill/>
          <a:ln/>
        </p:spPr>
        <p:txBody>
          <a:bodyPr wrap="square" lIns="25400" tIns="25400" rIns="25400" bIns="25400" rtlCol="0" anchor="t">
            <a:noAutofit/>
          </a:bodyPr>
          <a:lstStyle/>
          <a:p>
            <a:pPr marL="0" indent="0" algn="l">
              <a:lnSpc>
                <a:spcPct val="150000"/>
              </a:lnSpc>
              <a:buNone/>
            </a:pPr>
            <a:r>
              <a:rPr lang="en-US" b="1" dirty="0">
                <a:solidFill>
                  <a:srgbClr val="FFFFFF"/>
                </a:solidFill>
                <a:latin typeface="Montserrat" panose="00000500000000000000" pitchFamily="2" charset="0"/>
                <a:ea typeface="Arial" pitchFamily="34" charset="-122"/>
                <a:cs typeface="Arial" pitchFamily="34" charset="-120"/>
              </a:rPr>
              <a:t>StatusNeo closes that distance. </a:t>
            </a:r>
            <a:r>
              <a:rPr lang="en-US" dirty="0">
                <a:solidFill>
                  <a:srgbClr val="C9C9C9"/>
                </a:solidFill>
                <a:latin typeface="Montserrat" panose="00000500000000000000" pitchFamily="2" charset="0"/>
                <a:ea typeface="Arial" pitchFamily="34" charset="-122"/>
                <a:cs typeface="Arial" pitchFamily="34" charset="-120"/>
              </a:rPr>
              <a:t>We propose one squad, one starting domain. Early, measurable proof - then a model that compounds, because every capability we industrialise becomes reusable across the Temasek ecosystem.</a:t>
            </a:r>
            <a:endParaRPr lang="en-US" dirty="0">
              <a:latin typeface="Montserrat" panose="00000500000000000000" pitchFamily="2" charset="0"/>
            </a:endParaRPr>
          </a:p>
        </p:txBody>
      </p:sp>
      <p:sp>
        <p:nvSpPr>
          <p:cNvPr id="12" name="Shape 9"/>
          <p:cNvSpPr/>
          <p:nvPr/>
        </p:nvSpPr>
        <p:spPr>
          <a:xfrm flipV="1">
            <a:off x="7193127" y="8704483"/>
            <a:ext cx="7414851" cy="131241"/>
          </a:xfrm>
          <a:prstGeom prst="rect">
            <a:avLst/>
          </a:prstGeom>
          <a:solidFill>
            <a:srgbClr val="F5A623"/>
          </a:solidFill>
          <a:ln/>
        </p:spPr>
        <p:txBody>
          <a:bodyPr/>
          <a:lstStyle/>
          <a:p>
            <a:endParaRPr lang="en-IN">
              <a:latin typeface="Montserrat" panose="00000500000000000000" pitchFamily="2" charset="0"/>
            </a:endParaRPr>
          </a:p>
        </p:txBody>
      </p:sp>
      <p:sp>
        <p:nvSpPr>
          <p:cNvPr id="13" name="Text 10"/>
          <p:cNvSpPr/>
          <p:nvPr/>
        </p:nvSpPr>
        <p:spPr>
          <a:xfrm>
            <a:off x="7193127" y="9152327"/>
            <a:ext cx="7637297" cy="359988"/>
          </a:xfrm>
          <a:prstGeom prst="rect">
            <a:avLst/>
          </a:prstGeom>
          <a:noFill/>
          <a:ln/>
        </p:spPr>
        <p:txBody>
          <a:bodyPr wrap="square" lIns="25400" tIns="25400" rIns="25400" bIns="25400" rtlCol="0" anchor="t">
            <a:noAutofit/>
          </a:bodyPr>
          <a:lstStyle/>
          <a:p>
            <a:pPr marL="0" indent="0" algn="l">
              <a:buNone/>
            </a:pPr>
            <a:r>
              <a:rPr lang="en-US" b="1" dirty="0">
                <a:solidFill>
                  <a:srgbClr val="FFFFFF"/>
                </a:solidFill>
                <a:latin typeface="Montserrat" panose="00000500000000000000" pitchFamily="2" charset="0"/>
                <a:ea typeface="Arial" pitchFamily="34" charset="-122"/>
                <a:cs typeface="Arial" pitchFamily="34" charset="-120"/>
              </a:rPr>
              <a:t>We would like to hold an executive workshop to </a:t>
            </a:r>
            <a:r>
              <a:rPr lang="en-US" b="1" dirty="0">
                <a:solidFill>
                  <a:srgbClr val="FFC000"/>
                </a:solidFill>
                <a:latin typeface="Montserrat" panose="00000500000000000000" pitchFamily="2" charset="0"/>
                <a:ea typeface="Arial" pitchFamily="34" charset="-122"/>
                <a:cs typeface="Arial" pitchFamily="34" charset="-120"/>
              </a:rPr>
              <a:t>align the point of view and secure the roadmap of execution at scale.</a:t>
            </a:r>
            <a:endParaRPr lang="en-US" dirty="0">
              <a:solidFill>
                <a:srgbClr val="FFC000"/>
              </a:solidFill>
              <a:latin typeface="Montserrat" panose="00000500000000000000" pitchFamily="2" charset="0"/>
            </a:endParaRPr>
          </a:p>
        </p:txBody>
      </p:sp>
      <p:sp>
        <p:nvSpPr>
          <p:cNvPr id="15" name="Freeform 3">
            <a:extLst>
              <a:ext uri="{FF2B5EF4-FFF2-40B4-BE49-F238E27FC236}">
                <a16:creationId xmlns:a16="http://schemas.microsoft.com/office/drawing/2014/main" id="{E073E914-8BF4-58F2-5CE7-B28FC871F3B2}"/>
              </a:ext>
            </a:extLst>
          </p:cNvPr>
          <p:cNvSpPr/>
          <p:nvPr/>
        </p:nvSpPr>
        <p:spPr>
          <a:xfrm>
            <a:off x="7193127" y="1246556"/>
            <a:ext cx="3933352" cy="915398"/>
          </a:xfrm>
          <a:custGeom>
            <a:avLst/>
            <a:gdLst/>
            <a:ahLst/>
            <a:cxnLst/>
            <a:rect l="l" t="t" r="r" b="b"/>
            <a:pathLst>
              <a:path w="3933352" h="915398">
                <a:moveTo>
                  <a:pt x="0" y="0"/>
                </a:moveTo>
                <a:lnTo>
                  <a:pt x="3933352" y="0"/>
                </a:lnTo>
                <a:lnTo>
                  <a:pt x="3933352" y="915399"/>
                </a:lnTo>
                <a:lnTo>
                  <a:pt x="0" y="91539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extLst>
      <p:ext uri="{BB962C8B-B14F-4D97-AF65-F5344CB8AC3E}">
        <p14:creationId xmlns:p14="http://schemas.microsoft.com/office/powerpoint/2010/main" val="1274627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12"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868C0B5-109D-4E5B-AC15-53CA4C5522F5}">
  <we:reference id="WA200010001" version="1.0.0.1" store="Omex" storeType="OMEX"/>
  <we:alternateReferences>
    <we:reference id="WA200010001" version="1.0.0.1" store="WA200010001" storeType="OMEX"/>
  </we:alternateReferences>
  <we:properties>
    <we:property name="claude.fileId" value="&quot;87faee2d-0cbd-4ee5-aa72-baf2bf8737a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82</TotalTime>
  <Words>837</Words>
  <Application>Microsoft Office PowerPoint</Application>
  <PresentationFormat>Custom</PresentationFormat>
  <Paragraphs>128</Paragraphs>
  <Slides>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Bebas Neue Bold</vt:lpstr>
      <vt:lpstr>Calibri</vt:lpstr>
      <vt:lpstr>Aptos</vt:lpstr>
      <vt:lpstr>Montserrat</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StatusNeo Data and AI Capability - 2026</dc:title>
  <dc:creator>Nikolozi Metreveli</dc:creator>
  <cp:lastModifiedBy>Nikolozi Metreveli</cp:lastModifiedBy>
  <cp:revision>3</cp:revision>
  <dcterms:created xsi:type="dcterms:W3CDTF">2006-08-16T00:00:00Z</dcterms:created>
  <dcterms:modified xsi:type="dcterms:W3CDTF">2026-07-06T09:16:10Z</dcterms:modified>
  <dc:identifier>DAG_3TNiM4A</dc:identifier>
</cp:coreProperties>
</file>